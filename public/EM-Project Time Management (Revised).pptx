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911" r:id="rId1"/>
  </p:sldMasterIdLst>
  <p:notesMasterIdLst>
    <p:notesMasterId r:id="rId14"/>
  </p:notesMasterIdLst>
  <p:handoutMasterIdLst>
    <p:handoutMasterId r:id="rId15"/>
  </p:handoutMasterIdLst>
  <p:sldIdLst>
    <p:sldId id="256" r:id="rId2"/>
    <p:sldId id="293" r:id="rId3"/>
    <p:sldId id="340" r:id="rId4"/>
    <p:sldId id="302" r:id="rId5"/>
    <p:sldId id="301" r:id="rId6"/>
    <p:sldId id="303" r:id="rId7"/>
    <p:sldId id="310" r:id="rId8"/>
    <p:sldId id="307" r:id="rId9"/>
    <p:sldId id="338" r:id="rId10"/>
    <p:sldId id="339" r:id="rId11"/>
    <p:sldId id="314" r:id="rId12"/>
    <p:sldId id="319" r:id="rId13"/>
  </p:sldIdLst>
  <p:sldSz cx="9144000" cy="5143500" type="screen16x9"/>
  <p:notesSz cx="9144000" cy="6858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xmlns="">
        <p15:guide id="1" orient="horz" pos="804">
          <p15:clr>
            <a:srgbClr val="A4A3A4"/>
          </p15:clr>
        </p15:guide>
        <p15:guide id="2" pos="2880">
          <p15:clr>
            <a:srgbClr val="A4A3A4"/>
          </p15:clr>
        </p15:guide>
      </p15:sldGuideLst>
    </p:ext>
    <p:ext uri="{2D200454-40CA-4A62-9FC3-DE9A4176ACB9}">
      <p15:notesGuideLst xmlns:p15="http://schemas.microsoft.com/office/powerpoint/2012/main" xmlns="">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7" autoAdjust="0"/>
    <p:restoredTop sz="87621" autoAdjust="0"/>
  </p:normalViewPr>
  <p:slideViewPr>
    <p:cSldViewPr>
      <p:cViewPr varScale="1">
        <p:scale>
          <a:sx n="93" d="100"/>
          <a:sy n="93" d="100"/>
        </p:scale>
        <p:origin x="-660" y="-102"/>
      </p:cViewPr>
      <p:guideLst>
        <p:guide orient="horz" pos="804"/>
        <p:guide pos="2880"/>
      </p:guideLst>
    </p:cSldViewPr>
  </p:slideViewPr>
  <p:notesTextViewPr>
    <p:cViewPr>
      <p:scale>
        <a:sx n="125" d="100"/>
        <a:sy n="125" d="100"/>
      </p:scale>
      <p:origin x="0" y="0"/>
    </p:cViewPr>
  </p:notesTextViewPr>
  <p:notesViewPr>
    <p:cSldViewPr showGuides="1">
      <p:cViewPr varScale="1">
        <p:scale>
          <a:sx n="54" d="100"/>
          <a:sy n="54" d="100"/>
        </p:scale>
        <p:origin x="-1718" y="-82"/>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7991A9B9-8D0B-4B52-A440-33D6EE53FAC5}" type="slidenum">
              <a:rPr lang="en-US" smtClean="0"/>
              <a:pPr/>
              <a:t>‹#›</a:t>
            </a:fld>
            <a:endParaRPr lang="en-US"/>
          </a:p>
        </p:txBody>
      </p:sp>
    </p:spTree>
    <p:extLst>
      <p:ext uri="{BB962C8B-B14F-4D97-AF65-F5344CB8AC3E}">
        <p14:creationId xmlns:p14="http://schemas.microsoft.com/office/powerpoint/2010/main" val="692626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rtlCol="0"/>
          <a:lstStyle>
            <a:lvl1pPr algn="l">
              <a:defRPr sz="1200"/>
            </a:lvl1pPr>
            <a:extLst/>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rtlCol="0"/>
          <a:lstStyle>
            <a:lvl1pPr algn="r">
              <a:defRPr sz="1200"/>
            </a:lvl1pPr>
            <a:extLst/>
          </a:lstStyle>
          <a:p>
            <a:fld id="{A8ADFD5B-A66C-449C-B6E8-FB716D07777D}" type="datetimeFigureOut">
              <a:rPr lang="en-US" smtClean="0"/>
              <a:pPr/>
              <a:t>11/22/2021</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rtlCol="0" anchor="b"/>
          <a:lstStyle>
            <a:lvl1pPr algn="l">
              <a:defRPr sz="1200"/>
            </a:lvl1pPr>
            <a:extLst/>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rtlCol="0" anchor="b"/>
          <a:lstStyle>
            <a:lvl1pPr algn="r">
              <a:defRPr sz="12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4247192583"/>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2286000" y="514350"/>
            <a:ext cx="4572000" cy="2571750"/>
          </a:xfrm>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a:t>
            </a:fld>
            <a:endParaRPr lang="en-US"/>
          </a:p>
        </p:txBody>
      </p:sp>
    </p:spTree>
    <p:extLst>
      <p:ext uri="{BB962C8B-B14F-4D97-AF65-F5344CB8AC3E}">
        <p14:creationId xmlns:p14="http://schemas.microsoft.com/office/powerpoint/2010/main" val="1158742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2286000" y="514350"/>
            <a:ext cx="4572000" cy="2571750"/>
          </a:xfrm>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2</a:t>
            </a:fld>
            <a:endParaRPr lang="en-US"/>
          </a:p>
        </p:txBody>
      </p:sp>
    </p:spTree>
    <p:extLst>
      <p:ext uri="{BB962C8B-B14F-4D97-AF65-F5344CB8AC3E}">
        <p14:creationId xmlns:p14="http://schemas.microsoft.com/office/powerpoint/2010/main" val="3646743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2286000" y="514350"/>
            <a:ext cx="4572000" cy="2571750"/>
          </a:xfrm>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3</a:t>
            </a:fld>
            <a:endParaRPr lang="en-US"/>
          </a:p>
        </p:txBody>
      </p:sp>
    </p:spTree>
    <p:extLst>
      <p:ext uri="{BB962C8B-B14F-4D97-AF65-F5344CB8AC3E}">
        <p14:creationId xmlns:p14="http://schemas.microsoft.com/office/powerpoint/2010/main" val="3646743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9" name="Rectangle 18"/>
          <p:cNvSpPr>
            <a:spLocks noChangeArrowheads="1"/>
          </p:cNvSpPr>
          <p:nvPr/>
        </p:nvSpPr>
        <p:spPr bwMode="white">
          <a:xfrm>
            <a:off x="8991600" y="2286"/>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88595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114550"/>
            <a:ext cx="6400800" cy="131445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Straight Connector 6"/>
          <p:cNvSpPr>
            <a:spLocks noChangeShapeType="1"/>
          </p:cNvSpPr>
          <p:nvPr/>
        </p:nvSpPr>
        <p:spPr bwMode="auto">
          <a:xfrm>
            <a:off x="155448" y="1815084"/>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Oval 12"/>
          <p:cNvSpPr/>
          <p:nvPr/>
        </p:nvSpPr>
        <p:spPr>
          <a:xfrm>
            <a:off x="4267200" y="1586484"/>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1657350"/>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1649588"/>
            <a:ext cx="457200" cy="330994"/>
          </a:xfrm>
        </p:spPr>
        <p:txBody>
          <a:bodyPr/>
          <a:lstStyle>
            <a:lvl1pPr>
              <a:defRPr>
                <a:solidFill>
                  <a:schemeClr val="accent3">
                    <a:shade val="75000"/>
                  </a:schemeClr>
                </a:solidFill>
              </a:defRPr>
            </a:lvl1pPr>
          </a:lstStyle>
          <a:p>
            <a:fld id="{8F82E0A0-C266-4798-8C8F-B9F91E9DA37E}" type="slidenum">
              <a:rPr lang="en-US" smtClean="0">
                <a:solidFill>
                  <a:schemeClr val="tx2"/>
                </a:solidFill>
              </a:rPr>
              <a:pPr/>
              <a:t>‹#›</a:t>
            </a:fld>
            <a:endParaRPr lang="en-US">
              <a:solidFill>
                <a:schemeClr val="tx2"/>
              </a:solidFill>
            </a:endParaRPr>
          </a:p>
        </p:txBody>
      </p:sp>
      <p:sp>
        <p:nvSpPr>
          <p:cNvPr id="8" name="Title 7"/>
          <p:cNvSpPr>
            <a:spLocks noGrp="1"/>
          </p:cNvSpPr>
          <p:nvPr>
            <p:ph type="ctrTitle"/>
          </p:nvPr>
        </p:nvSpPr>
        <p:spPr>
          <a:xfrm>
            <a:off x="685800" y="285750"/>
            <a:ext cx="7772400" cy="1314450"/>
          </a:xfrm>
        </p:spPr>
        <p:txBody>
          <a:bodyPr anchor="b"/>
          <a:lstStyle>
            <a:lvl1pPr>
              <a:defRPr sz="4200">
                <a:solidFill>
                  <a:schemeClr val="accent1"/>
                </a:solidFill>
              </a:defRPr>
            </a:lvl1pPr>
          </a:lstStyle>
          <a:p>
            <a:r>
              <a:rPr kumimoji="0" lang="en-US"/>
              <a:t>Click to edit Master title style</a:t>
            </a:r>
          </a:p>
        </p:txBody>
      </p:sp>
      <p:sp>
        <p:nvSpPr>
          <p:cNvPr id="23" name="Rectangle 22"/>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b="1">
                <a:solidFill>
                  <a:schemeClr val="accent3">
                    <a:shade val="75000"/>
                  </a:schemeClr>
                </a:solidFill>
              </a:defRPr>
            </a:lvl1pPr>
          </a:lstStyle>
          <a:p>
            <a:r>
              <a:rPr kumimoji="0" lang="en-US" dirty="0"/>
              <a:t>Click to edit Master title style</a:t>
            </a:r>
          </a:p>
        </p:txBody>
      </p:sp>
      <p:sp>
        <p:nvSpPr>
          <p:cNvPr id="6" name="Slide Number Placeholder 5"/>
          <p:cNvSpPr>
            <a:spLocks noGrp="1"/>
          </p:cNvSpPr>
          <p:nvPr>
            <p:ph type="sldNum" sz="quarter" idx="12"/>
          </p:nvPr>
        </p:nvSpPr>
        <p:spPr>
          <a:xfrm>
            <a:off x="4361688" y="769779"/>
            <a:ext cx="457200" cy="330994"/>
          </a:xfrm>
        </p:spPr>
        <p:txBody>
          <a:bodyPr/>
          <a:lstStyle/>
          <a:p>
            <a:pPr algn="ctr"/>
            <a:fld id="{8F82E0A0-C266-4798-8C8F-B9F91E9DA37E}" type="slidenum">
              <a:rPr lang="en-US" sz="1400" b="1" smtClean="0">
                <a:solidFill>
                  <a:srgbClr val="FFFFFF"/>
                </a:solidFill>
              </a:rPr>
              <a:pPr algn="ctr"/>
              <a:t>‹#›</a:t>
            </a:fld>
            <a:endParaRPr lang="en-US" sz="1400" b="1">
              <a:solidFill>
                <a:srgbClr val="FFFFFF"/>
              </a:solidFill>
            </a:endParaRPr>
          </a:p>
        </p:txBody>
      </p:sp>
      <p:sp>
        <p:nvSpPr>
          <p:cNvPr id="8" name="Content Placeholder 7"/>
          <p:cNvSpPr>
            <a:spLocks noGrp="1"/>
          </p:cNvSpPr>
          <p:nvPr>
            <p:ph sz="quarter" idx="1"/>
          </p:nvPr>
        </p:nvSpPr>
        <p:spPr>
          <a:xfrm>
            <a:off x="301752" y="1276350"/>
            <a:ext cx="8503920" cy="3297936"/>
          </a:xfrm>
        </p:spPr>
        <p:txBody>
          <a:bodyPr>
            <a:normAutofit/>
          </a:bodyPr>
          <a:lstStyle>
            <a:lvl1pPr>
              <a:defRPr sz="2400"/>
            </a:lvl1pPr>
            <a:lvl2pPr>
              <a:defRPr sz="2000"/>
            </a:lvl2pPr>
            <a:lvl3pPr>
              <a:defRPr sz="1800"/>
            </a:lvl3pPr>
            <a:lvl4pPr>
              <a:defRPr sz="1800"/>
            </a:lvl4pPr>
            <a:lvl5pPr>
              <a:defRPr sz="16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4" name="Rectangle 13"/>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17"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9" name="Footer Placeholder 2"/>
          <p:cNvSpPr>
            <a:spLocks noGrp="1"/>
          </p:cNvSpPr>
          <p:nvPr userDrawn="1">
            <p:ph type="ftr" sz="quarter" idx="11"/>
          </p:nvPr>
        </p:nvSpPr>
        <p:spPr>
          <a:xfrm>
            <a:off x="152400" y="4792860"/>
            <a:ext cx="7467600" cy="274320"/>
          </a:xfrm>
        </p:spPr>
        <p:txBody>
          <a:bodyPr/>
          <a:lstStyle>
            <a:lvl1pPr>
              <a:defRPr sz="1200"/>
            </a:lvl1pPr>
          </a:lstStyle>
          <a:p>
            <a:r>
              <a:rPr lang="en-US" dirty="0"/>
              <a:t>Source: PMBOK Guide 5th Edition  (Page 141)</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b="1">
                <a:solidFill>
                  <a:schemeClr val="accent3">
                    <a:shade val="75000"/>
                  </a:schemeClr>
                </a:solidFill>
              </a:defRPr>
            </a:lvl1pPr>
          </a:lstStyle>
          <a:p>
            <a:r>
              <a:rPr kumimoji="0" lang="en-US" dirty="0"/>
              <a:t>Click to edit Master title style</a:t>
            </a:r>
          </a:p>
        </p:txBody>
      </p:sp>
      <p:sp>
        <p:nvSpPr>
          <p:cNvPr id="6" name="Slide Number Placeholder 5"/>
          <p:cNvSpPr>
            <a:spLocks noGrp="1"/>
          </p:cNvSpPr>
          <p:nvPr>
            <p:ph type="sldNum" sz="quarter" idx="12"/>
          </p:nvPr>
        </p:nvSpPr>
        <p:spPr>
          <a:xfrm>
            <a:off x="4361688" y="769779"/>
            <a:ext cx="457200" cy="330994"/>
          </a:xfrm>
        </p:spPr>
        <p:txBody>
          <a:bodyPr/>
          <a:lstStyle/>
          <a:p>
            <a:pPr algn="ctr"/>
            <a:fld id="{8F82E0A0-C266-4798-8C8F-B9F91E9DA37E}" type="slidenum">
              <a:rPr lang="en-US" sz="1400" b="1" smtClean="0">
                <a:solidFill>
                  <a:srgbClr val="FFFFFF"/>
                </a:solidFill>
              </a:rPr>
              <a:pPr algn="ctr"/>
              <a:t>‹#›</a:t>
            </a:fld>
            <a:endParaRPr lang="en-US" sz="1400" b="1">
              <a:solidFill>
                <a:srgbClr val="FFFFFF"/>
              </a:solidFill>
            </a:endParaRPr>
          </a:p>
        </p:txBody>
      </p:sp>
      <p:sp>
        <p:nvSpPr>
          <p:cNvPr id="14" name="Rectangle 13"/>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17"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4"/>
          <p:cNvSpPr>
            <a:spLocks noGrp="1"/>
          </p:cNvSpPr>
          <p:nvPr userDrawn="1">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4287"/>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1714500"/>
            <a:ext cx="8833104"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06764"/>
            <a:ext cx="8833104" cy="1604772"/>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057400"/>
            <a:ext cx="6480174" cy="1254919"/>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4" name="Rectangle 13"/>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Straight Connector 7"/>
          <p:cNvSpPr>
            <a:spLocks noChangeShapeType="1"/>
          </p:cNvSpPr>
          <p:nvPr/>
        </p:nvSpPr>
        <p:spPr bwMode="auto">
          <a:xfrm>
            <a:off x="152400" y="18288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1586484"/>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1657350"/>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1649588"/>
            <a:ext cx="457200" cy="330994"/>
          </a:xfrm>
        </p:spPr>
        <p:txBody>
          <a:bodyPr/>
          <a:lstStyle>
            <a:lvl1pPr>
              <a:defRPr>
                <a:solidFill>
                  <a:schemeClr val="accent3">
                    <a:shade val="75000"/>
                  </a:schemeClr>
                </a:solidFill>
              </a:defRPr>
            </a:lvl1pPr>
          </a:lstStyle>
          <a:p>
            <a:pPr algn="ctr"/>
            <a:fld id="{8F82E0A0-C266-4798-8C8F-B9F91E9DA37E}" type="slidenum">
              <a:rPr lang="en-US" sz="2400" b="1" smtClean="0">
                <a:solidFill>
                  <a:srgbClr val="FFFFFF"/>
                </a:solidFill>
              </a:rPr>
              <a:pPr algn="ctr"/>
              <a:t>‹#›</a:t>
            </a:fld>
            <a:endParaRPr lang="en-US" sz="2400">
              <a:solidFill>
                <a:srgbClr val="FFFFFF"/>
              </a:solidFill>
            </a:endParaRPr>
          </a:p>
        </p:txBody>
      </p:sp>
      <p:sp>
        <p:nvSpPr>
          <p:cNvPr id="2" name="Title 1"/>
          <p:cNvSpPr>
            <a:spLocks noGrp="1"/>
          </p:cNvSpPr>
          <p:nvPr>
            <p:ph type="title"/>
          </p:nvPr>
        </p:nvSpPr>
        <p:spPr>
          <a:xfrm>
            <a:off x="722313" y="400050"/>
            <a:ext cx="7772400" cy="1143000"/>
          </a:xfrm>
        </p:spPr>
        <p:txBody>
          <a:bodyPr anchor="b"/>
          <a:lstStyle>
            <a:lvl1pPr algn="ctr">
              <a:buNone/>
              <a:defRPr sz="4200" b="0" cap="none" baseline="0">
                <a:solidFill>
                  <a:srgbClr val="FFFFFF"/>
                </a:solidFill>
              </a:defRPr>
            </a:lvl1pPr>
          </a:lstStyle>
          <a:p>
            <a:r>
              <a:rPr kumimoji="0" lang="en-US" dirty="0"/>
              <a:t>Click to edit Master title style</a:t>
            </a:r>
          </a:p>
        </p:txBody>
      </p:sp>
      <p:sp>
        <p:nvSpPr>
          <p:cNvPr id="29" name="Rectangle 28"/>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171450"/>
            <a:ext cx="8534400" cy="569214"/>
          </a:xfrm>
        </p:spPr>
        <p:txBody>
          <a:bodyPr>
            <a:noAutofit/>
          </a:bodyPr>
          <a:lstStyle>
            <a:lvl1pPr>
              <a:defRPr sz="2800" b="1"/>
            </a:lvl1pPr>
          </a:lstStyle>
          <a:p>
            <a:r>
              <a:rPr kumimoji="0" lang="en-US"/>
              <a:t>Click to edit Master title style</a:t>
            </a:r>
          </a:p>
        </p:txBody>
      </p:sp>
      <p:sp>
        <p:nvSpPr>
          <p:cNvPr id="7" name="Slide Number Placeholder 6"/>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8" name="Straight Connector 7"/>
          <p:cNvSpPr>
            <a:spLocks noChangeShapeType="1"/>
          </p:cNvSpPr>
          <p:nvPr/>
        </p:nvSpPr>
        <p:spPr bwMode="auto">
          <a:xfrm flipV="1">
            <a:off x="4563081" y="1181739"/>
            <a:ext cx="8921" cy="3614668"/>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81000" y="1276350"/>
            <a:ext cx="3959352" cy="3263646"/>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276350"/>
            <a:ext cx="3962400" cy="3263646"/>
          </a:xfrm>
        </p:spPr>
        <p:txBody>
          <a:bodyPr/>
          <a:lstStyle>
            <a:lvl1pPr>
              <a:defRPr sz="2500"/>
            </a:lvl1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1" name="Rectangle 20"/>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24"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11" name="Footer Placeholder 2"/>
          <p:cNvSpPr>
            <a:spLocks noGrp="1"/>
          </p:cNvSpPr>
          <p:nvPr userDrawn="1">
            <p:ph type="ftr" sz="quarter" idx="11"/>
          </p:nvPr>
        </p:nvSpPr>
        <p:spPr>
          <a:xfrm>
            <a:off x="152400" y="4792860"/>
            <a:ext cx="7467600" cy="274320"/>
          </a:xfrm>
        </p:spPr>
        <p:txBody>
          <a:bodyPr/>
          <a:lstStyle>
            <a:lvl1pPr>
              <a:defRPr sz="1200"/>
            </a:lvl1pPr>
          </a:lstStyle>
          <a:p>
            <a:r>
              <a:rPr lang="en-US" dirty="0"/>
              <a:t>Source: PMBOK Guide 5th Edition  (Page 141)</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1650206"/>
            <a:ext cx="0" cy="3140964"/>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08585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028700"/>
            <a:ext cx="8833104" cy="6858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ext Placeholder 2"/>
          <p:cNvSpPr>
            <a:spLocks noGrp="1"/>
          </p:cNvSpPr>
          <p:nvPr>
            <p:ph type="body" idx="1"/>
          </p:nvPr>
        </p:nvSpPr>
        <p:spPr>
          <a:xfrm>
            <a:off x="301752" y="1143000"/>
            <a:ext cx="4040188" cy="549731"/>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dirty="0"/>
              <a:t>Click to edit Master text styles</a:t>
            </a:r>
          </a:p>
        </p:txBody>
      </p:sp>
      <p:sp>
        <p:nvSpPr>
          <p:cNvPr id="4" name="Text Placeholder 3"/>
          <p:cNvSpPr>
            <a:spLocks noGrp="1"/>
          </p:cNvSpPr>
          <p:nvPr>
            <p:ph type="body" sz="half" idx="3"/>
          </p:nvPr>
        </p:nvSpPr>
        <p:spPr>
          <a:xfrm>
            <a:off x="4791331" y="1143000"/>
            <a:ext cx="4041775" cy="54864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5" name="Straight Connector 14"/>
          <p:cNvSpPr>
            <a:spLocks noChangeShapeType="1"/>
          </p:cNvSpPr>
          <p:nvPr/>
        </p:nvSpPr>
        <p:spPr bwMode="auto">
          <a:xfrm>
            <a:off x="152400" y="96012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4" name="Content Placeholder 23"/>
          <p:cNvSpPr>
            <a:spLocks noGrp="1"/>
          </p:cNvSpPr>
          <p:nvPr>
            <p:ph sz="quarter" idx="2"/>
          </p:nvPr>
        </p:nvSpPr>
        <p:spPr>
          <a:xfrm>
            <a:off x="301752" y="1853537"/>
            <a:ext cx="4041648" cy="2863803"/>
          </a:xfrm>
        </p:spPr>
        <p:txBody>
          <a:bodyPr/>
          <a:lstStyle>
            <a:lvl1pPr>
              <a:defRPr sz="2000"/>
            </a:lvl1pPr>
            <a:lvl2pPr>
              <a:defRPr sz="1800"/>
            </a:lvl2pPr>
            <a:lvl3pPr>
              <a:defRPr sz="1600"/>
            </a:lvl3pPr>
            <a:lvl4pPr>
              <a:defRPr sz="1600"/>
            </a:lvl4pPr>
            <a:lvl5pPr>
              <a:defRPr sz="14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6" name="Content Placeholder 25"/>
          <p:cNvSpPr>
            <a:spLocks noGrp="1"/>
          </p:cNvSpPr>
          <p:nvPr>
            <p:ph sz="quarter" idx="4"/>
          </p:nvPr>
        </p:nvSpPr>
        <p:spPr>
          <a:xfrm>
            <a:off x="4800600" y="1853537"/>
            <a:ext cx="4038600" cy="2866644"/>
          </a:xfrm>
        </p:spPr>
        <p:txBody>
          <a:bodyPr>
            <a:normAutofit/>
          </a:bodyPr>
          <a:lstStyle>
            <a:lvl1pPr>
              <a:defRPr sz="2000"/>
            </a:lvl1pPr>
            <a:lvl2pPr>
              <a:defRPr sz="1800"/>
            </a:lvl2pPr>
            <a:lvl3pPr>
              <a:defRPr sz="1600"/>
            </a:lvl3pPr>
            <a:lvl4pPr>
              <a:defRPr sz="1600"/>
            </a:lvl4pPr>
            <a:lvl5pPr>
              <a:defRPr sz="14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5" name="Oval 24"/>
          <p:cNvSpPr/>
          <p:nvPr/>
        </p:nvSpPr>
        <p:spPr>
          <a:xfrm>
            <a:off x="4267200" y="717027"/>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787893"/>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781812"/>
            <a:ext cx="457200" cy="330994"/>
          </a:xfrm>
        </p:spPr>
        <p:txBody>
          <a:bodyPr/>
          <a:lstStyle>
            <a:lvl1pPr algn="ctr">
              <a:defRPr/>
            </a:lvl1pPr>
          </a:lstStyle>
          <a:p>
            <a:pPr algn="ctr"/>
            <a:fld id="{8F82E0A0-C266-4798-8C8F-B9F91E9DA37E}" type="slidenum">
              <a:rPr lang="en-US" sz="1400" b="1" smtClean="0">
                <a:solidFill>
                  <a:srgbClr val="FFFFFF"/>
                </a:solidFill>
              </a:rPr>
              <a:pPr algn="ctr"/>
              <a:t>‹#›</a:t>
            </a:fld>
            <a:endParaRPr lang="en-US"/>
          </a:p>
        </p:txBody>
      </p:sp>
      <p:sp>
        <p:nvSpPr>
          <p:cNvPr id="23" name="Title 22"/>
          <p:cNvSpPr>
            <a:spLocks noGrp="1"/>
          </p:cNvSpPr>
          <p:nvPr>
            <p:ph type="title"/>
          </p:nvPr>
        </p:nvSpPr>
        <p:spPr/>
        <p:txBody>
          <a:bodyPr rtlCol="0" anchor="b" anchorCtr="0">
            <a:noAutofit/>
          </a:bodyPr>
          <a:lstStyle>
            <a:lvl1pPr>
              <a:defRPr sz="2800" b="1"/>
            </a:lvl1pPr>
          </a:lstStyle>
          <a:p>
            <a:r>
              <a:rPr kumimoji="0" lang="en-US" dirty="0"/>
              <a:t>Click to edit Master title style</a:t>
            </a:r>
          </a:p>
        </p:txBody>
      </p:sp>
      <p:sp>
        <p:nvSpPr>
          <p:cNvPr id="28" name="Rectangle 27"/>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31"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30" name="Footer Placeholder 2"/>
          <p:cNvSpPr>
            <a:spLocks noGrp="1"/>
          </p:cNvSpPr>
          <p:nvPr userDrawn="1">
            <p:ph type="ftr" sz="quarter" idx="11"/>
          </p:nvPr>
        </p:nvSpPr>
        <p:spPr>
          <a:xfrm>
            <a:off x="152400" y="4792860"/>
            <a:ext cx="7467600" cy="274320"/>
          </a:xfrm>
        </p:spPr>
        <p:txBody>
          <a:bodyPr/>
          <a:lstStyle>
            <a:lvl1pPr>
              <a:defRPr sz="1200"/>
            </a:lvl1pPr>
          </a:lstStyle>
          <a:p>
            <a:r>
              <a:rPr lang="en-US" dirty="0"/>
              <a:t>Source: PMBOK Guide 5th Edition  (Page 141)</a:t>
            </a:r>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b="1"/>
            </a:lvl1pPr>
          </a:lstStyle>
          <a:p>
            <a:r>
              <a:rPr kumimoji="0" lang="en-US"/>
              <a:t>Click to edit Master title style</a:t>
            </a:r>
          </a:p>
        </p:txBody>
      </p:sp>
      <p:sp>
        <p:nvSpPr>
          <p:cNvPr id="5" name="Slide Number Placeholder 4"/>
          <p:cNvSpPr>
            <a:spLocks noGrp="1"/>
          </p:cNvSpPr>
          <p:nvPr>
            <p:ph type="sldNum" sz="quarter" idx="12"/>
          </p:nvPr>
        </p:nvSpPr>
        <p:spPr>
          <a:xfrm>
            <a:off x="4343400" y="777015"/>
            <a:ext cx="457200" cy="330994"/>
          </a:xfrm>
        </p:spPr>
        <p:txBody>
          <a:bodyPr/>
          <a:lstStyle/>
          <a:p>
            <a:fld id="{A3F7CB7D-F184-43C7-B6FD-03D728E1BBFF}" type="slidenum">
              <a:rPr lang="en-US" smtClean="0">
                <a:solidFill>
                  <a:srgbClr val="FFFFFF"/>
                </a:solidFill>
              </a:rPr>
              <a:pPr/>
              <a:t>‹#›</a:t>
            </a:fld>
            <a:endParaRPr lang="en-US">
              <a:solidFill>
                <a:srgbClr val="FFFFFF"/>
              </a:solidFill>
            </a:endParaRPr>
          </a:p>
        </p:txBody>
      </p:sp>
      <p:sp>
        <p:nvSpPr>
          <p:cNvPr id="4" name="Rectangle 3"/>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9"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
        <p:nvSpPr>
          <p:cNvPr id="7" name="Footer Placeholder 2"/>
          <p:cNvSpPr>
            <a:spLocks noGrp="1"/>
          </p:cNvSpPr>
          <p:nvPr userDrawn="1">
            <p:ph type="ftr" sz="quarter" idx="11"/>
          </p:nvPr>
        </p:nvSpPr>
        <p:spPr>
          <a:xfrm>
            <a:off x="152400" y="4792860"/>
            <a:ext cx="7467600" cy="274320"/>
          </a:xfrm>
        </p:spPr>
        <p:txBody>
          <a:bodyPr/>
          <a:lstStyle>
            <a:lvl1pPr>
              <a:defRPr sz="1200"/>
            </a:lvl1pPr>
          </a:lstStyle>
          <a:p>
            <a:r>
              <a:rPr lang="en-US" dirty="0"/>
              <a:t>Source: PMBOK Guide 5th Edition  (Page 141)</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8" name="Rectangle 7"/>
          <p:cNvSpPr>
            <a:spLocks noChangeArrowheads="1"/>
          </p:cNvSpPr>
          <p:nvPr/>
        </p:nvSpPr>
        <p:spPr bwMode="white">
          <a:xfrm>
            <a:off x="0" y="0"/>
            <a:ext cx="9144000" cy="116586"/>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18872"/>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12" name="Footer Placeholder 2"/>
          <p:cNvSpPr>
            <a:spLocks noGrp="1"/>
          </p:cNvSpPr>
          <p:nvPr>
            <p:ph type="ftr" sz="quarter" idx="11"/>
          </p:nvPr>
        </p:nvSpPr>
        <p:spPr>
          <a:xfrm>
            <a:off x="152400" y="4792860"/>
            <a:ext cx="7467600" cy="274320"/>
          </a:xfrm>
        </p:spPr>
        <p:txBody>
          <a:bodyPr/>
          <a:lstStyle>
            <a:lvl1pPr>
              <a:defRPr sz="1200"/>
            </a:lvl1pPr>
          </a:lstStyle>
          <a:p>
            <a:r>
              <a:rPr lang="en-US"/>
              <a:t>Sources: PMBOK Guide  5, PMI; I2PM, ITPM Kathy Schwalbe</a:t>
            </a:r>
          </a:p>
        </p:txBody>
      </p:sp>
      <p:sp>
        <p:nvSpPr>
          <p:cNvPr id="14"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14300"/>
            <a:ext cx="8833104" cy="2286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89154"/>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457200"/>
            <a:ext cx="2743200" cy="440055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685800"/>
            <a:ext cx="2362200" cy="742950"/>
          </a:xfrm>
        </p:spPr>
        <p:txBody>
          <a:bodyPr anchor="b">
            <a:noAutofit/>
          </a:bodyPr>
          <a:lstStyle>
            <a:lvl1pPr algn="l">
              <a:buNone/>
              <a:defRPr sz="2000" b="1">
                <a:solidFill>
                  <a:srgbClr val="FFFFFF"/>
                </a:solidFill>
              </a:defRPr>
            </a:lvl1pPr>
          </a:lstStyle>
          <a:p>
            <a:r>
              <a:rPr kumimoji="0" lang="en-US" dirty="0"/>
              <a:t>Click to edit Master title style</a:t>
            </a:r>
          </a:p>
        </p:txBody>
      </p:sp>
      <p:sp>
        <p:nvSpPr>
          <p:cNvPr id="3" name="Text Placeholder 2"/>
          <p:cNvSpPr>
            <a:spLocks noGrp="1"/>
          </p:cNvSpPr>
          <p:nvPr>
            <p:ph type="body" idx="2"/>
          </p:nvPr>
        </p:nvSpPr>
        <p:spPr>
          <a:xfrm>
            <a:off x="381000" y="1485901"/>
            <a:ext cx="2362200" cy="3108722"/>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traight Connector 8"/>
          <p:cNvSpPr>
            <a:spLocks noChangeShapeType="1"/>
          </p:cNvSpPr>
          <p:nvPr/>
        </p:nvSpPr>
        <p:spPr bwMode="auto">
          <a:xfrm>
            <a:off x="152400" y="40005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514350"/>
            <a:ext cx="5638800" cy="4057650"/>
          </a:xfrm>
        </p:spPr>
        <p:txBody>
          <a:bodyPr>
            <a:normAutofit/>
          </a:bodyPr>
          <a:lstStyle>
            <a:lvl1pPr>
              <a:defRPr sz="2000"/>
            </a:lvl1pPr>
            <a:lvl2pPr>
              <a:defRPr sz="1800"/>
            </a:lvl2pPr>
            <a:lvl3pPr>
              <a:defRPr sz="1600"/>
            </a:lvl3pPr>
            <a:lvl4pPr>
              <a:defRPr sz="1600"/>
            </a:lvl4pPr>
            <a:lvl5pPr>
              <a:defRPr sz="14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0" name="Oval 9"/>
          <p:cNvSpPr/>
          <p:nvPr/>
        </p:nvSpPr>
        <p:spPr>
          <a:xfrm>
            <a:off x="1295400" y="171450"/>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242316"/>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234554"/>
            <a:ext cx="457200" cy="330994"/>
          </a:xfrm>
        </p:spPr>
        <p:txBody>
          <a:bodyPr/>
          <a:lstStyle>
            <a:lvl1pPr>
              <a:defRPr>
                <a:solidFill>
                  <a:schemeClr val="accent3">
                    <a:shade val="75000"/>
                  </a:schemeClr>
                </a:solidFill>
              </a:defRPr>
            </a:lvl1pPr>
          </a:lstStyle>
          <a:p>
            <a:fld id="{A3F7CB7D-F184-43C7-B6FD-03D728E1BBFF}" type="slidenum">
              <a:rPr lang="en-US" smtClean="0">
                <a:solidFill>
                  <a:srgbClr val="FFFFFF"/>
                </a:solidFill>
              </a:rPr>
              <a:pPr/>
              <a:t>‹#›</a:t>
            </a:fld>
            <a:endParaRPr lang="en-US">
              <a:solidFill>
                <a:srgbClr val="FFFFFF"/>
              </a:solidFill>
            </a:endParaRPr>
          </a:p>
        </p:txBody>
      </p:sp>
      <p:sp>
        <p:nvSpPr>
          <p:cNvPr id="22" name="Rectangle 21"/>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23" name="Footer Placeholder 2"/>
          <p:cNvSpPr>
            <a:spLocks noGrp="1"/>
          </p:cNvSpPr>
          <p:nvPr>
            <p:ph type="ftr" sz="quarter" idx="11"/>
          </p:nvPr>
        </p:nvSpPr>
        <p:spPr>
          <a:xfrm>
            <a:off x="152400" y="4792860"/>
            <a:ext cx="7467600" cy="274320"/>
          </a:xfrm>
        </p:spPr>
        <p:txBody>
          <a:bodyPr/>
          <a:lstStyle>
            <a:lvl1pPr>
              <a:defRPr sz="1200"/>
            </a:lvl1pPr>
          </a:lstStyle>
          <a:p>
            <a:r>
              <a:rPr lang="en-US"/>
              <a:t>Sources: PMBOK Guide  5, PMI; I2PM, ITPM Kathy Schwalbe</a:t>
            </a:r>
          </a:p>
        </p:txBody>
      </p:sp>
      <p:sp>
        <p:nvSpPr>
          <p:cNvPr id="25"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40005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auto">
          <a:xfrm>
            <a:off x="152400" y="114300"/>
            <a:ext cx="8833104" cy="226314"/>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457200"/>
            <a:ext cx="2743200" cy="440055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1295400" y="171450"/>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242316"/>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234554"/>
            <a:ext cx="457200" cy="330994"/>
          </a:xfrm>
        </p:spPr>
        <p:txBody>
          <a:bodyPr/>
          <a:lstStyle/>
          <a:p>
            <a:pPr algn="ctr"/>
            <a:fld id="{8F82E0A0-C266-4798-8C8F-B9F91E9DA37E}" type="slidenum">
              <a:rPr lang="en-US" sz="2800" b="1" smtClean="0">
                <a:solidFill>
                  <a:srgbClr val="FFFFFF"/>
                </a:solidFill>
              </a:rPr>
              <a:pPr algn="ctr"/>
              <a:t>‹#›</a:t>
            </a:fld>
            <a:endParaRPr lang="en-US" sz="2800"/>
          </a:p>
        </p:txBody>
      </p:sp>
      <p:sp>
        <p:nvSpPr>
          <p:cNvPr id="2" name="Title 1"/>
          <p:cNvSpPr>
            <a:spLocks noGrp="1"/>
          </p:cNvSpPr>
          <p:nvPr>
            <p:ph type="title"/>
          </p:nvPr>
        </p:nvSpPr>
        <p:spPr>
          <a:xfrm>
            <a:off x="3000375" y="3771900"/>
            <a:ext cx="5867400" cy="914400"/>
          </a:xfrm>
        </p:spPr>
        <p:txBody>
          <a:bodyPr anchor="t">
            <a:noAutofit/>
          </a:bodyPr>
          <a:lstStyle>
            <a:lvl1pPr algn="l">
              <a:buNone/>
              <a:defRPr sz="2000" b="1">
                <a:solidFill>
                  <a:schemeClr val="tx2"/>
                </a:solidFill>
              </a:defRPr>
            </a:lvl1pPr>
          </a:lstStyle>
          <a:p>
            <a:r>
              <a:rPr kumimoji="0" lang="en-US" dirty="0"/>
              <a:t>Click to edit Master title style</a:t>
            </a:r>
          </a:p>
        </p:txBody>
      </p:sp>
      <p:sp>
        <p:nvSpPr>
          <p:cNvPr id="3" name="Picture Placeholder 2"/>
          <p:cNvSpPr>
            <a:spLocks noGrp="1"/>
          </p:cNvSpPr>
          <p:nvPr>
            <p:ph type="pic" idx="1"/>
          </p:nvPr>
        </p:nvSpPr>
        <p:spPr>
          <a:xfrm>
            <a:off x="3000375" y="457200"/>
            <a:ext cx="5867400" cy="3200400"/>
          </a:xfrm>
        </p:spPr>
        <p:txBody>
          <a:bodyPr>
            <a:normAutofit/>
          </a:bodyPr>
          <a:lstStyle>
            <a:lvl1pPr marL="0" indent="0">
              <a:buNone/>
              <a:defRPr sz="2400" b="0"/>
            </a:lvl1pPr>
          </a:lstStyle>
          <a:p>
            <a:r>
              <a:rPr kumimoji="0" lang="en-US"/>
              <a:t>Click icon to add picture</a:t>
            </a:r>
          </a:p>
        </p:txBody>
      </p:sp>
      <p:sp>
        <p:nvSpPr>
          <p:cNvPr id="4" name="Text Placeholder 3"/>
          <p:cNvSpPr>
            <a:spLocks noGrp="1"/>
          </p:cNvSpPr>
          <p:nvPr>
            <p:ph type="body" sz="half" idx="2"/>
          </p:nvPr>
        </p:nvSpPr>
        <p:spPr>
          <a:xfrm>
            <a:off x="381000" y="742950"/>
            <a:ext cx="2438400" cy="394335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dirty="0"/>
              <a:t>Click to edit Master text styles</a:t>
            </a:r>
          </a:p>
        </p:txBody>
      </p:sp>
      <p:sp>
        <p:nvSpPr>
          <p:cNvPr id="23" name="Rectangle 22"/>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24" name="Footer Placeholder 2"/>
          <p:cNvSpPr>
            <a:spLocks noGrp="1"/>
          </p:cNvSpPr>
          <p:nvPr>
            <p:ph type="ftr" sz="quarter" idx="11"/>
          </p:nvPr>
        </p:nvSpPr>
        <p:spPr>
          <a:xfrm>
            <a:off x="152400" y="4792860"/>
            <a:ext cx="7467600" cy="274320"/>
          </a:xfrm>
        </p:spPr>
        <p:txBody>
          <a:bodyPr/>
          <a:lstStyle>
            <a:lvl1pPr>
              <a:defRPr sz="1200"/>
            </a:lvl1pPr>
          </a:lstStyle>
          <a:p>
            <a:r>
              <a:rPr lang="en-US"/>
              <a:t>Sources: PMBOK Guide  5, PMI; I2PM, ITPM Kathy Schwalbe</a:t>
            </a:r>
          </a:p>
        </p:txBody>
      </p:sp>
      <p:sp>
        <p:nvSpPr>
          <p:cNvPr id="26"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b="1"/>
            </a:lvl1pPr>
          </a:lstStyle>
          <a:p>
            <a:r>
              <a:rPr kumimoji="0" lang="en-US"/>
              <a:t>Click to edit Master title style</a:t>
            </a:r>
          </a:p>
        </p:txBody>
      </p:sp>
      <p:sp>
        <p:nvSpPr>
          <p:cNvPr id="3" name="Vertical Text Placeholder 2"/>
          <p:cNvSpPr>
            <a:spLocks noGrp="1"/>
          </p:cNvSpPr>
          <p:nvPr>
            <p:ph type="body" orient="vert" idx="1"/>
          </p:nvPr>
        </p:nvSpPr>
        <p:spPr/>
        <p:txBody>
          <a:bodyPr vert="eaVert">
            <a:normAutofit/>
          </a:bodyPr>
          <a:lstStyle>
            <a:lvl1pPr>
              <a:defRPr sz="2000"/>
            </a:lvl1pPr>
            <a:lvl2pPr>
              <a:defRPr sz="1800"/>
            </a:lvl2pPr>
            <a:lvl3pPr>
              <a:defRPr sz="1600"/>
            </a:lvl3pPr>
            <a:lvl4pPr>
              <a:defRPr sz="1600"/>
            </a:lvl4pPr>
            <a:lvl5pPr>
              <a:defRPr sz="14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sz="1400" b="1">
              <a:solidFill>
                <a:srgbClr val="FFFFFF"/>
              </a:solidFill>
            </a:endParaRPr>
          </a:p>
        </p:txBody>
      </p:sp>
      <p:sp>
        <p:nvSpPr>
          <p:cNvPr id="7" name="Rectangle 6"/>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8" name="Footer Placeholder 2"/>
          <p:cNvSpPr>
            <a:spLocks noGrp="1"/>
          </p:cNvSpPr>
          <p:nvPr>
            <p:ph type="ftr" sz="quarter" idx="11"/>
          </p:nvPr>
        </p:nvSpPr>
        <p:spPr>
          <a:xfrm>
            <a:off x="152400" y="4792860"/>
            <a:ext cx="7467600" cy="274320"/>
          </a:xfrm>
        </p:spPr>
        <p:txBody>
          <a:bodyPr/>
          <a:lstStyle>
            <a:lvl1pPr>
              <a:defRPr sz="1200"/>
            </a:lvl1pPr>
          </a:lstStyle>
          <a:p>
            <a:r>
              <a:rPr lang="en-US"/>
              <a:t>Sources: PMBOK Guide  5, PMI; I2PM, ITPM Kathy Schwalbe</a:t>
            </a:r>
          </a:p>
        </p:txBody>
      </p:sp>
      <p:sp>
        <p:nvSpPr>
          <p:cNvPr id="10"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8" name="Rectangle 7"/>
          <p:cNvSpPr>
            <a:spLocks noChangeArrowheads="1"/>
          </p:cNvSpPr>
          <p:nvPr/>
        </p:nvSpPr>
        <p:spPr bwMode="white">
          <a:xfrm>
            <a:off x="7010400" y="0"/>
            <a:ext cx="21336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16586"/>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Straight Connector 12"/>
          <p:cNvSpPr>
            <a:spLocks noChangeShapeType="1"/>
          </p:cNvSpPr>
          <p:nvPr/>
        </p:nvSpPr>
        <p:spPr bwMode="auto">
          <a:xfrm rot="5400000">
            <a:off x="4802505" y="2458593"/>
            <a:ext cx="468401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194322"/>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2265188"/>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2257426"/>
            <a:ext cx="457200" cy="330994"/>
          </a:xfrm>
        </p:spPr>
        <p:txBody>
          <a:bodyPr/>
          <a:lstStyle/>
          <a:p>
            <a:pPr algn="ctr"/>
            <a:fld id="{8F82E0A0-C266-4798-8C8F-B9F91E9DA37E}" type="slidenum">
              <a:rPr lang="en-US" sz="1400" b="1" smtClean="0">
                <a:solidFill>
                  <a:srgbClr val="FFFFFF"/>
                </a:solidFill>
              </a:rPr>
              <a:pPr algn="ctr"/>
              <a:t>‹#›</a:t>
            </a:fld>
            <a:endParaRPr lang="en-US" sz="1400" b="1">
              <a:solidFill>
                <a:srgbClr val="FFFFFF"/>
              </a:solidFill>
            </a:endParaRPr>
          </a:p>
        </p:txBody>
      </p:sp>
      <p:sp>
        <p:nvSpPr>
          <p:cNvPr id="3" name="Vertical Text Placeholder 2"/>
          <p:cNvSpPr>
            <a:spLocks noGrp="1"/>
          </p:cNvSpPr>
          <p:nvPr>
            <p:ph type="body" orient="vert" idx="1"/>
          </p:nvPr>
        </p:nvSpPr>
        <p:spPr>
          <a:xfrm>
            <a:off x="304800" y="228600"/>
            <a:ext cx="6553200" cy="4366025"/>
          </a:xfrm>
        </p:spPr>
        <p:txBody>
          <a:bodyPr vert="eaVert">
            <a:normAutofit/>
          </a:bodyPr>
          <a:lstStyle>
            <a:lvl1pPr>
              <a:defRPr sz="2000"/>
            </a:lvl1pPr>
            <a:lvl2pPr>
              <a:defRPr sz="1800"/>
            </a:lvl2pPr>
            <a:lvl3pPr>
              <a:defRPr sz="1600"/>
            </a:lvl3pPr>
            <a:lvl4pPr>
              <a:defRPr sz="1600"/>
            </a:lvl4pPr>
            <a:lvl5pPr>
              <a:defRPr sz="14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 name="Vertical Title 1"/>
          <p:cNvSpPr>
            <a:spLocks noGrp="1"/>
          </p:cNvSpPr>
          <p:nvPr>
            <p:ph type="title" orient="vert"/>
          </p:nvPr>
        </p:nvSpPr>
        <p:spPr>
          <a:xfrm>
            <a:off x="7391400" y="228601"/>
            <a:ext cx="1447800" cy="4388644"/>
          </a:xfrm>
        </p:spPr>
        <p:txBody>
          <a:bodyPr vert="eaVert">
            <a:normAutofit/>
          </a:bodyPr>
          <a:lstStyle>
            <a:lvl1pPr>
              <a:defRPr sz="2800" b="1"/>
            </a:lvl1pPr>
          </a:lstStyle>
          <a:p>
            <a:r>
              <a:rPr kumimoji="0" lang="en-US" dirty="0"/>
              <a:t>Click to edit Master title style</a:t>
            </a:r>
          </a:p>
        </p:txBody>
      </p:sp>
      <p:sp>
        <p:nvSpPr>
          <p:cNvPr id="16" name="Rectangle 15"/>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200"/>
          </a:p>
        </p:txBody>
      </p:sp>
      <p:sp>
        <p:nvSpPr>
          <p:cNvPr id="17" name="Footer Placeholder 2"/>
          <p:cNvSpPr>
            <a:spLocks noGrp="1"/>
          </p:cNvSpPr>
          <p:nvPr>
            <p:ph type="ftr" sz="quarter" idx="11"/>
          </p:nvPr>
        </p:nvSpPr>
        <p:spPr>
          <a:xfrm>
            <a:off x="152400" y="4792860"/>
            <a:ext cx="7467600" cy="274320"/>
          </a:xfrm>
        </p:spPr>
        <p:txBody>
          <a:bodyPr/>
          <a:lstStyle>
            <a:lvl1pPr>
              <a:defRPr sz="1200"/>
            </a:lvl1pPr>
          </a:lstStyle>
          <a:p>
            <a:r>
              <a:rPr lang="en-US"/>
              <a:t>Sources: PMBOK Guide  5, PMI; I2PM, ITPM Kathy Schwalbe</a:t>
            </a:r>
          </a:p>
        </p:txBody>
      </p:sp>
      <p:sp>
        <p:nvSpPr>
          <p:cNvPr id="19"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200" b="0" i="0" u="none" strike="noStrike" kern="1200" cap="none" spc="0" normalizeH="0" baseline="0" noProof="0" smtClean="0">
                <a:ln>
                  <a:noFill/>
                </a:ln>
                <a:solidFill>
                  <a:schemeClr val="tx2"/>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chemeClr val="tx2"/>
              </a:solidFill>
              <a:effectLst/>
              <a:uLnTx/>
              <a:uFillTx/>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Rectangle 15"/>
          <p:cNvSpPr>
            <a:spLocks noChangeArrowheads="1"/>
          </p:cNvSpPr>
          <p:nvPr/>
        </p:nvSpPr>
        <p:spPr bwMode="white">
          <a:xfrm>
            <a:off x="0" y="1"/>
            <a:ext cx="9144000" cy="104502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Straight Connector 9"/>
          <p:cNvSpPr>
            <a:spLocks noChangeShapeType="1"/>
          </p:cNvSpPr>
          <p:nvPr/>
        </p:nvSpPr>
        <p:spPr bwMode="auto">
          <a:xfrm>
            <a:off x="152400" y="957557"/>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717027"/>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787893"/>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780131"/>
            <a:ext cx="457200" cy="330994"/>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a:fld id="{8F82E0A0-C266-4798-8C8F-B9F91E9DA37E}" type="slidenum">
              <a:rPr lang="en-US" sz="1400" b="1" smtClean="0">
                <a:solidFill>
                  <a:srgbClr val="FFFFFF"/>
                </a:solidFill>
              </a:rPr>
              <a:pPr algn="ctr"/>
              <a:t>‹#›</a:t>
            </a:fld>
            <a:endParaRPr lang="en-US" sz="1400" b="1">
              <a:solidFill>
                <a:srgbClr val="FFFFFF"/>
              </a:solidFill>
            </a:endParaRPr>
          </a:p>
        </p:txBody>
      </p:sp>
      <p:sp>
        <p:nvSpPr>
          <p:cNvPr id="22" name="Title Placeholder 21"/>
          <p:cNvSpPr>
            <a:spLocks noGrp="1"/>
          </p:cNvSpPr>
          <p:nvPr>
            <p:ph type="title"/>
          </p:nvPr>
        </p:nvSpPr>
        <p:spPr>
          <a:xfrm>
            <a:off x="301752" y="171450"/>
            <a:ext cx="8534400" cy="569214"/>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143000"/>
            <a:ext cx="8534400" cy="344957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8" name="Rectangle 27"/>
          <p:cNvSpPr>
            <a:spLocks noChangeArrowheads="1"/>
          </p:cNvSpPr>
          <p:nvPr userDrawn="1"/>
        </p:nvSpPr>
        <p:spPr bwMode="auto">
          <a:xfrm>
            <a:off x="158496" y="4792860"/>
            <a:ext cx="8833104" cy="2743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400">
              <a:solidFill>
                <a:schemeClr val="bg1"/>
              </a:solidFill>
            </a:endParaRPr>
          </a:p>
        </p:txBody>
      </p:sp>
      <p:sp>
        <p:nvSpPr>
          <p:cNvPr id="29" name="Footer Placeholder 2"/>
          <p:cNvSpPr>
            <a:spLocks noGrp="1"/>
          </p:cNvSpPr>
          <p:nvPr>
            <p:ph type="ftr" sz="quarter" idx="3"/>
          </p:nvPr>
        </p:nvSpPr>
        <p:spPr>
          <a:xfrm>
            <a:off x="152400" y="4792860"/>
            <a:ext cx="7467600" cy="274320"/>
          </a:xfrm>
          <a:prstGeom prst="rect">
            <a:avLst/>
          </a:prstGeom>
        </p:spPr>
        <p:txBody>
          <a:bodyPr/>
          <a:lstStyle>
            <a:lvl1pPr>
              <a:defRPr sz="1400">
                <a:solidFill>
                  <a:schemeClr val="bg1"/>
                </a:solidFill>
              </a:defRPr>
            </a:lvl1pPr>
          </a:lstStyle>
          <a:p>
            <a:r>
              <a:rPr lang="en-US"/>
              <a:t>Sources: PMBOK Guide  5, PMI; I2PM, ITPM Kathy Schwalbe</a:t>
            </a:r>
          </a:p>
        </p:txBody>
      </p:sp>
      <p:sp>
        <p:nvSpPr>
          <p:cNvPr id="30" name="Slide Number Placeholder 3"/>
          <p:cNvSpPr txBox="1">
            <a:spLocks/>
          </p:cNvSpPr>
          <p:nvPr userDrawn="1"/>
        </p:nvSpPr>
        <p:spPr>
          <a:xfrm>
            <a:off x="8382000" y="4792860"/>
            <a:ext cx="609600" cy="274320"/>
          </a:xfrm>
          <a:prstGeom prst="rect">
            <a:avLst/>
          </a:prstGeom>
        </p:spPr>
        <p:txBody>
          <a:bodyPr vert="horz" lIns="45720" rIns="45720" anchor="ctr">
            <a:noAutofit/>
          </a:bodyPr>
          <a:lstStyle>
            <a:lvl1pPr>
              <a:defRPr>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3F7CB7D-F184-43C7-B6FD-03D728E1BBFF}" type="slidenum">
              <a:rPr kumimoji="0" lang="en-US" sz="1400" b="0" i="0" u="none" strike="noStrike" kern="1200" cap="none" spc="0" normalizeH="0" baseline="0" noProof="0" smtClean="0">
                <a:ln>
                  <a:noFill/>
                </a:ln>
                <a:solidFill>
                  <a:schemeClr val="bg1"/>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912" r:id="rId1"/>
    <p:sldLayoutId id="2147483913" r:id="rId2"/>
    <p:sldLayoutId id="214748392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Lst>
  <p:hf hd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utoShape 32"/>
          <p:cNvSpPr>
            <a:spLocks noChangeArrowheads="1"/>
          </p:cNvSpPr>
          <p:nvPr/>
        </p:nvSpPr>
        <p:spPr bwMode="auto">
          <a:xfrm>
            <a:off x="2970452" y="2419350"/>
            <a:ext cx="3203095" cy="1901952"/>
          </a:xfrm>
          <a:prstGeom prst="roundRect">
            <a:avLst>
              <a:gd name="adj" fmla="val 10995"/>
            </a:avLst>
          </a:prstGeom>
          <a:solidFill>
            <a:srgbClr val="FFFFFF">
              <a:alpha val="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b="1"/>
          </a:p>
        </p:txBody>
      </p:sp>
      <p:sp>
        <p:nvSpPr>
          <p:cNvPr id="4" name="Rectangle 3"/>
          <p:cNvSpPr>
            <a:spLocks noGrp="1"/>
          </p:cNvSpPr>
          <p:nvPr>
            <p:ph type="ctrTitle"/>
          </p:nvPr>
        </p:nvSpPr>
        <p:spPr/>
        <p:txBody>
          <a:bodyPr>
            <a:normAutofit/>
          </a:bodyPr>
          <a:lstStyle/>
          <a:p>
            <a:r>
              <a:rPr lang="en-US"/>
              <a:t>Project Time Management</a:t>
            </a:r>
          </a:p>
        </p:txBody>
      </p:sp>
      <p:sp>
        <p:nvSpPr>
          <p:cNvPr id="1059" name="Rectangle 3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nvGrpSpPr>
          <p:cNvPr id="74" name="Group 73"/>
          <p:cNvGrpSpPr/>
          <p:nvPr/>
        </p:nvGrpSpPr>
        <p:grpSpPr>
          <a:xfrm>
            <a:off x="2133600" y="2175234"/>
            <a:ext cx="4742523" cy="2377716"/>
            <a:chOff x="2133600" y="2175234"/>
            <a:chExt cx="4742523" cy="2377716"/>
          </a:xfrm>
        </p:grpSpPr>
        <p:sp>
          <p:nvSpPr>
            <p:cNvPr id="1058" name="AutoShape 34"/>
            <p:cNvSpPr>
              <a:spLocks noChangeAspect="1" noChangeArrowheads="1" noTextEdit="1"/>
            </p:cNvSpPr>
            <p:nvPr/>
          </p:nvSpPr>
          <p:spPr bwMode="auto">
            <a:xfrm>
              <a:off x="2133600" y="2175510"/>
              <a:ext cx="4474208" cy="2377440"/>
            </a:xfrm>
            <a:prstGeom prst="rect">
              <a:avLst/>
            </a:prstGeom>
            <a:noFill/>
          </p:spPr>
          <p:txBody>
            <a:bodyPr vert="horz" wrap="square" lIns="91440" tIns="45720" rIns="91440" bIns="45720" numCol="1" anchor="t" anchorCtr="0" compatLnSpc="1">
              <a:prstTxWarp prst="textNoShape">
                <a:avLst/>
              </a:prstTxWarp>
            </a:bodyPr>
            <a:lstStyle/>
            <a:p>
              <a:endParaRPr lang="en-US" b="1"/>
            </a:p>
          </p:txBody>
        </p:sp>
        <p:sp>
          <p:nvSpPr>
            <p:cNvPr id="1057" name="AutoShape 33"/>
            <p:cNvSpPr>
              <a:spLocks noChangeArrowheads="1"/>
            </p:cNvSpPr>
            <p:nvPr/>
          </p:nvSpPr>
          <p:spPr bwMode="auto">
            <a:xfrm>
              <a:off x="3078956" y="3198029"/>
              <a:ext cx="3034713" cy="316992"/>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lvl="0" algn="ctr" fontAlgn="base">
                <a:spcBef>
                  <a:spcPct val="0"/>
                </a:spcBef>
                <a:spcAft>
                  <a:spcPct val="0"/>
                </a:spcAft>
              </a:pPr>
              <a:r>
                <a:rPr lang="en-US" sz="900" b="1" dirty="0">
                  <a:latin typeface="Arial Narrow" pitchFamily="34" charset="0"/>
                  <a:ea typeface="Times New Roman" pitchFamily="18" charset="0"/>
                  <a:cs typeface="Arial" pitchFamily="34" charset="0"/>
                </a:rPr>
                <a:t>Project Integration Management</a:t>
              </a:r>
            </a:p>
            <a:p>
              <a:pPr lvl="0" algn="ctr" fontAlgn="base">
                <a:spcBef>
                  <a:spcPct val="0"/>
                </a:spcBef>
                <a:spcAft>
                  <a:spcPct val="0"/>
                </a:spcAft>
              </a:pPr>
              <a:r>
                <a:rPr lang="en-US" sz="900" b="1" dirty="0">
                  <a:latin typeface="Arial Narrow" pitchFamily="34" charset="0"/>
                  <a:cs typeface="Arial" pitchFamily="34" charset="0"/>
                </a:rPr>
                <a:t>&amp; Stakeholder Management</a:t>
              </a:r>
              <a:endParaRPr lang="en-US" b="1" dirty="0">
                <a:latin typeface="Arial" pitchFamily="34" charset="0"/>
                <a:cs typeface="Arial" pitchFamily="34" charset="0"/>
              </a:endParaRPr>
            </a:p>
          </p:txBody>
        </p:sp>
        <p:sp>
          <p:nvSpPr>
            <p:cNvPr id="1055" name="Rectangle 31"/>
            <p:cNvSpPr>
              <a:spLocks noChangeArrowheads="1"/>
            </p:cNvSpPr>
            <p:nvPr/>
          </p:nvSpPr>
          <p:spPr bwMode="auto">
            <a:xfrm>
              <a:off x="2968903" y="2175510"/>
              <a:ext cx="3169528" cy="190415"/>
            </a:xfrm>
            <a:prstGeom prst="rect">
              <a:avLst/>
            </a:prstGeom>
            <a:solidFill>
              <a:srgbClr val="92D050"/>
            </a:solid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pitchFamily="34" charset="0"/>
                  <a:ea typeface="Times New Roman" pitchFamily="18" charset="0"/>
                  <a:cs typeface="Arial" pitchFamily="34" charset="0"/>
                </a:rPr>
                <a:t>Core Functions</a:t>
              </a:r>
              <a:endParaRPr kumimoji="0" lang="en-US" sz="1800" b="1" i="0" u="none" strike="noStrike" cap="none" normalizeH="0" baseline="0">
                <a:ln>
                  <a:noFill/>
                </a:ln>
                <a:solidFill>
                  <a:schemeClr val="tx1"/>
                </a:solidFill>
                <a:effectLst/>
                <a:latin typeface="Arial" pitchFamily="34" charset="0"/>
                <a:cs typeface="Arial" pitchFamily="34" charset="0"/>
              </a:endParaRPr>
            </a:p>
          </p:txBody>
        </p:sp>
        <p:sp>
          <p:nvSpPr>
            <p:cNvPr id="1054" name="Rectangle 30"/>
            <p:cNvSpPr>
              <a:spLocks noChangeArrowheads="1"/>
            </p:cNvSpPr>
            <p:nvPr/>
          </p:nvSpPr>
          <p:spPr bwMode="auto">
            <a:xfrm>
              <a:off x="2968903" y="4362535"/>
              <a:ext cx="3169528" cy="190415"/>
            </a:xfrm>
            <a:prstGeom prst="rect">
              <a:avLst/>
            </a:prstGeom>
            <a:solidFill>
              <a:srgbClr val="92D050"/>
            </a:solidFill>
            <a:ln w="9525">
              <a:solidFill>
                <a:srgbClr val="000000"/>
              </a:solid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n-US" sz="900" b="1">
                  <a:latin typeface="Arial" pitchFamily="34" charset="0"/>
                  <a:ea typeface="Times New Roman" pitchFamily="18" charset="0"/>
                  <a:cs typeface="Arial" pitchFamily="34" charset="0"/>
                </a:rPr>
                <a:t>Facilitating Functions</a:t>
              </a:r>
            </a:p>
          </p:txBody>
        </p:sp>
        <p:grpSp>
          <p:nvGrpSpPr>
            <p:cNvPr id="1045" name="Group 21"/>
            <p:cNvGrpSpPr>
              <a:grpSpLocks/>
            </p:cNvGrpSpPr>
            <p:nvPr/>
          </p:nvGrpSpPr>
          <p:grpSpPr bwMode="auto">
            <a:xfrm>
              <a:off x="3036035" y="2489200"/>
              <a:ext cx="3034713" cy="1750610"/>
              <a:chOff x="3603" y="7440"/>
              <a:chExt cx="5515" cy="3181"/>
            </a:xfrm>
          </p:grpSpPr>
          <p:sp>
            <p:nvSpPr>
              <p:cNvPr id="1052" name="AutoShape 28"/>
              <p:cNvSpPr>
                <a:spLocks noChangeArrowheads="1"/>
              </p:cNvSpPr>
              <p:nvPr/>
            </p:nvSpPr>
            <p:spPr bwMode="auto">
              <a:xfrm>
                <a:off x="5009" y="7440"/>
                <a:ext cx="1296" cy="864"/>
              </a:xfrm>
              <a:prstGeom prst="roundRect">
                <a:avLst>
                  <a:gd name="adj" fmla="val 16667"/>
                </a:avLst>
              </a:prstGeom>
              <a:solidFill>
                <a:srgbClr val="00206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algn="ctr" eaLnBrk="1" fontAlgn="base" hangingPunct="1">
                  <a:spcBef>
                    <a:spcPct val="0"/>
                  </a:spcBef>
                  <a:spcAft>
                    <a:spcPct val="0"/>
                  </a:spcAft>
                </a:pPr>
                <a:r>
                  <a:rPr lang="en-US" sz="900" b="1" u="sng">
                    <a:solidFill>
                      <a:schemeClr val="bg1"/>
                    </a:solidFill>
                    <a:latin typeface="Arial Narrow" pitchFamily="34" charset="0"/>
                    <a:ea typeface="Times New Roman" pitchFamily="18" charset="0"/>
                    <a:cs typeface="Arial" pitchFamily="34" charset="0"/>
                  </a:rPr>
                  <a:t>Time</a:t>
                </a:r>
              </a:p>
              <a:p>
                <a:pPr algn="ctr" eaLnBrk="0" fontAlgn="base" hangingPunct="0">
                  <a:spcBef>
                    <a:spcPct val="0"/>
                  </a:spcBef>
                  <a:spcAft>
                    <a:spcPct val="0"/>
                  </a:spcAft>
                </a:pPr>
                <a:r>
                  <a:rPr lang="en-US" sz="900" b="1" u="sng">
                    <a:solidFill>
                      <a:schemeClr val="bg1"/>
                    </a:solidFill>
                    <a:latin typeface="Arial Narrow" pitchFamily="34" charset="0"/>
                    <a:ea typeface="Times New Roman" pitchFamily="18" charset="0"/>
                    <a:cs typeface="Arial" pitchFamily="34" charset="0"/>
                  </a:rPr>
                  <a:t>Management</a:t>
                </a:r>
              </a:p>
            </p:txBody>
          </p:sp>
          <p:sp>
            <p:nvSpPr>
              <p:cNvPr id="1051" name="AutoShape 27"/>
              <p:cNvSpPr>
                <a:spLocks noChangeArrowheads="1"/>
              </p:cNvSpPr>
              <p:nvPr/>
            </p:nvSpPr>
            <p:spPr bwMode="auto">
              <a:xfrm>
                <a:off x="6415" y="7440"/>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Narrow" pitchFamily="34" charset="0"/>
                    <a:ea typeface="Times New Roman" pitchFamily="18" charset="0"/>
                    <a:cs typeface="Arial" pitchFamily="34" charset="0"/>
                  </a:rPr>
                  <a:t>Cost</a:t>
                </a:r>
                <a:endParaRPr kumimoji="0" lang="en-US" sz="900" b="1" i="0" u="none" strike="noStrike" cap="none" normalizeH="0" baseline="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Narrow" pitchFamily="34" charset="0"/>
                    <a:ea typeface="Times New Roman" pitchFamily="18" charset="0"/>
                    <a:cs typeface="Arial" pitchFamily="34" charset="0"/>
                  </a:rPr>
                  <a:t>Management</a:t>
                </a:r>
                <a:endParaRPr kumimoji="0" lang="en-US" sz="1800" b="1" i="0" u="none" strike="noStrike" cap="none" normalizeH="0" baseline="0">
                  <a:ln>
                    <a:noFill/>
                  </a:ln>
                  <a:solidFill>
                    <a:schemeClr val="tx1"/>
                  </a:solidFill>
                  <a:effectLst/>
                  <a:latin typeface="Arial" pitchFamily="34" charset="0"/>
                  <a:cs typeface="Arial" pitchFamily="34" charset="0"/>
                </a:endParaRPr>
              </a:p>
            </p:txBody>
          </p:sp>
          <p:sp>
            <p:nvSpPr>
              <p:cNvPr id="1050" name="AutoShape 26"/>
              <p:cNvSpPr>
                <a:spLocks noChangeArrowheads="1"/>
              </p:cNvSpPr>
              <p:nvPr/>
            </p:nvSpPr>
            <p:spPr bwMode="auto">
              <a:xfrm>
                <a:off x="7822" y="7440"/>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Narrow" pitchFamily="34" charset="0"/>
                    <a:ea typeface="Times New Roman" pitchFamily="18" charset="0"/>
                    <a:cs typeface="Arial" pitchFamily="34" charset="0"/>
                  </a:rPr>
                  <a:t>Quality</a:t>
                </a:r>
                <a:endParaRPr kumimoji="0" lang="en-US" sz="900" b="1" i="0" u="none" strike="noStrike" cap="none" normalizeH="0" baseline="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Narrow" pitchFamily="34" charset="0"/>
                    <a:ea typeface="Times New Roman" pitchFamily="18" charset="0"/>
                    <a:cs typeface="Arial" pitchFamily="34" charset="0"/>
                  </a:rPr>
                  <a:t>Management</a:t>
                </a:r>
                <a:endParaRPr kumimoji="0" lang="en-US" sz="1800" b="1" i="0" u="none" strike="noStrike" cap="none" normalizeH="0" baseline="0">
                  <a:ln>
                    <a:noFill/>
                  </a:ln>
                  <a:solidFill>
                    <a:schemeClr val="tx1"/>
                  </a:solidFill>
                  <a:effectLst/>
                  <a:latin typeface="Arial" pitchFamily="34" charset="0"/>
                  <a:cs typeface="Arial" pitchFamily="34" charset="0"/>
                </a:endParaRPr>
              </a:p>
            </p:txBody>
          </p:sp>
          <p:sp>
            <p:nvSpPr>
              <p:cNvPr id="1049" name="AutoShape 25"/>
              <p:cNvSpPr>
                <a:spLocks noChangeArrowheads="1"/>
              </p:cNvSpPr>
              <p:nvPr/>
            </p:nvSpPr>
            <p:spPr bwMode="auto">
              <a:xfrm>
                <a:off x="3603" y="9745"/>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algn="ctr" eaLnBrk="1" fontAlgn="base" hangingPunct="1">
                  <a:spcBef>
                    <a:spcPct val="0"/>
                  </a:spcBef>
                  <a:spcAft>
                    <a:spcPct val="0"/>
                  </a:spcAft>
                </a:pPr>
                <a:r>
                  <a:rPr lang="en-US" sz="900" b="1">
                    <a:latin typeface="Arial Narrow" pitchFamily="34" charset="0"/>
                    <a:ea typeface="Times New Roman" pitchFamily="18" charset="0"/>
                    <a:cs typeface="Arial" pitchFamily="34" charset="0"/>
                  </a:rPr>
                  <a:t>Human Resource</a:t>
                </a:r>
              </a:p>
              <a:p>
                <a:pPr algn="ctr" eaLnBrk="0" fontAlgn="base" hangingPunct="0">
                  <a:spcBef>
                    <a:spcPct val="0"/>
                  </a:spcBef>
                  <a:spcAft>
                    <a:spcPct val="0"/>
                  </a:spcAft>
                </a:pPr>
                <a:r>
                  <a:rPr lang="en-US" sz="900" b="1">
                    <a:latin typeface="Arial Narrow" pitchFamily="34" charset="0"/>
                    <a:ea typeface="Times New Roman" pitchFamily="18" charset="0"/>
                    <a:cs typeface="Arial" pitchFamily="34" charset="0"/>
                  </a:rPr>
                  <a:t>Management</a:t>
                </a:r>
              </a:p>
            </p:txBody>
          </p:sp>
          <p:sp>
            <p:nvSpPr>
              <p:cNvPr id="1048" name="AutoShape 24"/>
              <p:cNvSpPr>
                <a:spLocks noChangeArrowheads="1"/>
              </p:cNvSpPr>
              <p:nvPr/>
            </p:nvSpPr>
            <p:spPr bwMode="auto">
              <a:xfrm>
                <a:off x="5009" y="9757"/>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marR="0" lvl="0" indent="0" algn="ctr" defTabSz="914400" eaLnBrk="1" fontAlgn="base" hangingPunct="1">
                  <a:lnSpc>
                    <a:spcPct val="100000"/>
                  </a:lnSpc>
                  <a:spcBef>
                    <a:spcPct val="0"/>
                  </a:spcBef>
                  <a:spcAft>
                    <a:spcPct val="0"/>
                  </a:spcAft>
                  <a:buClrTx/>
                  <a:buSzTx/>
                  <a:buFontTx/>
                  <a:buNone/>
                  <a:tabLst/>
                </a:pPr>
                <a:r>
                  <a:rPr lang="en-US" sz="900" b="1">
                    <a:latin typeface="Arial Narrow" pitchFamily="34" charset="0"/>
                    <a:ea typeface="Times New Roman" pitchFamily="18" charset="0"/>
                    <a:cs typeface="Arial" pitchFamily="34" charset="0"/>
                  </a:rPr>
                  <a:t>Communications</a:t>
                </a:r>
              </a:p>
              <a:p>
                <a:pPr marR="0" lvl="0" indent="0" algn="ctr" defTabSz="914400" eaLnBrk="0" fontAlgn="base" hangingPunct="0">
                  <a:lnSpc>
                    <a:spcPct val="100000"/>
                  </a:lnSpc>
                  <a:spcBef>
                    <a:spcPct val="0"/>
                  </a:spcBef>
                  <a:spcAft>
                    <a:spcPct val="0"/>
                  </a:spcAft>
                  <a:buClrTx/>
                  <a:buSzTx/>
                  <a:buFontTx/>
                  <a:buNone/>
                  <a:tabLst/>
                </a:pPr>
                <a:r>
                  <a:rPr lang="en-US" sz="900" b="1">
                    <a:latin typeface="Arial Narrow" pitchFamily="34" charset="0"/>
                    <a:ea typeface="Times New Roman" pitchFamily="18" charset="0"/>
                    <a:cs typeface="Arial" pitchFamily="34" charset="0"/>
                  </a:rPr>
                  <a:t>Management</a:t>
                </a:r>
              </a:p>
            </p:txBody>
          </p:sp>
          <p:sp>
            <p:nvSpPr>
              <p:cNvPr id="1047" name="AutoShape 23"/>
              <p:cNvSpPr>
                <a:spLocks noChangeArrowheads="1"/>
              </p:cNvSpPr>
              <p:nvPr/>
            </p:nvSpPr>
            <p:spPr bwMode="auto">
              <a:xfrm>
                <a:off x="6415" y="9757"/>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algn="ctr" eaLnBrk="1" fontAlgn="base" hangingPunct="1">
                  <a:spcBef>
                    <a:spcPct val="0"/>
                  </a:spcBef>
                  <a:spcAft>
                    <a:spcPct val="0"/>
                  </a:spcAft>
                </a:pPr>
                <a:r>
                  <a:rPr lang="en-US" sz="900" b="1">
                    <a:latin typeface="Arial Narrow" pitchFamily="34" charset="0"/>
                    <a:ea typeface="Times New Roman" pitchFamily="18" charset="0"/>
                    <a:cs typeface="Arial" pitchFamily="34" charset="0"/>
                  </a:rPr>
                  <a:t>Risk</a:t>
                </a:r>
              </a:p>
              <a:p>
                <a:pPr algn="ctr" eaLnBrk="0" fontAlgn="base" hangingPunct="0">
                  <a:spcBef>
                    <a:spcPct val="0"/>
                  </a:spcBef>
                  <a:spcAft>
                    <a:spcPct val="0"/>
                  </a:spcAft>
                </a:pPr>
                <a:r>
                  <a:rPr lang="en-US" sz="900" b="1">
                    <a:latin typeface="Arial Narrow" pitchFamily="34" charset="0"/>
                    <a:ea typeface="Times New Roman" pitchFamily="18" charset="0"/>
                    <a:cs typeface="Arial" pitchFamily="34" charset="0"/>
                  </a:rPr>
                  <a:t>Management</a:t>
                </a:r>
              </a:p>
            </p:txBody>
          </p:sp>
          <p:sp>
            <p:nvSpPr>
              <p:cNvPr id="1046" name="AutoShape 22"/>
              <p:cNvSpPr>
                <a:spLocks noChangeArrowheads="1"/>
              </p:cNvSpPr>
              <p:nvPr/>
            </p:nvSpPr>
            <p:spPr bwMode="auto">
              <a:xfrm>
                <a:off x="7822" y="9745"/>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algn="ctr" eaLnBrk="1" fontAlgn="base" hangingPunct="1">
                  <a:spcBef>
                    <a:spcPct val="0"/>
                  </a:spcBef>
                  <a:spcAft>
                    <a:spcPct val="0"/>
                  </a:spcAft>
                </a:pPr>
                <a:r>
                  <a:rPr lang="en-US" sz="850" b="1">
                    <a:latin typeface="Arial Narrow" pitchFamily="34" charset="0"/>
                    <a:ea typeface="Times New Roman" pitchFamily="18" charset="0"/>
                    <a:cs typeface="Arial" pitchFamily="34" charset="0"/>
                  </a:rPr>
                  <a:t>Procurement</a:t>
                </a:r>
              </a:p>
              <a:p>
                <a:pPr algn="ctr" eaLnBrk="0" fontAlgn="base" hangingPunct="0">
                  <a:spcBef>
                    <a:spcPct val="0"/>
                  </a:spcBef>
                  <a:spcAft>
                    <a:spcPct val="0"/>
                  </a:spcAft>
                </a:pPr>
                <a:r>
                  <a:rPr lang="en-US" sz="900" b="1">
                    <a:latin typeface="Arial Narrow" pitchFamily="34" charset="0"/>
                    <a:ea typeface="Times New Roman" pitchFamily="18" charset="0"/>
                    <a:cs typeface="Arial" pitchFamily="34" charset="0"/>
                  </a:rPr>
                  <a:t>Management</a:t>
                </a:r>
              </a:p>
            </p:txBody>
          </p:sp>
          <p:sp>
            <p:nvSpPr>
              <p:cNvPr id="1053" name="AutoShape 29"/>
              <p:cNvSpPr>
                <a:spLocks noChangeArrowheads="1"/>
              </p:cNvSpPr>
              <p:nvPr/>
            </p:nvSpPr>
            <p:spPr bwMode="auto">
              <a:xfrm>
                <a:off x="3603" y="7440"/>
                <a:ext cx="1296" cy="864"/>
              </a:xfrm>
              <a:prstGeom prst="roundRect">
                <a:avLst>
                  <a:gd name="adj" fmla="val 16667"/>
                </a:avLst>
              </a:prstGeom>
              <a:solidFill>
                <a:srgbClr val="00B0F0"/>
              </a:solidFill>
              <a:ln w="9525">
                <a:solidFill>
                  <a:srgbClr val="000000"/>
                </a:solidFill>
                <a:round/>
                <a:headEnd/>
                <a:tailEnd/>
              </a:ln>
            </p:spPr>
            <p:txBody>
              <a:bodyPr vert="horz" wrap="square" lIns="45720" tIns="45720" rIns="45720" bIns="45720" numCol="1" anchor="ctr" anchorCtr="0" compatLnSpc="1">
                <a:prstTxWarp prst="textNoShape">
                  <a:avLst/>
                </a:prstTxWarp>
              </a:bodyPr>
              <a:lstStyle/>
              <a:p>
                <a:pPr algn="ctr" eaLnBrk="1" fontAlgn="base" hangingPunct="1">
                  <a:spcBef>
                    <a:spcPct val="0"/>
                  </a:spcBef>
                  <a:spcAft>
                    <a:spcPct val="0"/>
                  </a:spcAft>
                </a:pPr>
                <a:r>
                  <a:rPr lang="en-US" sz="900" b="1">
                    <a:latin typeface="Arial Narrow" pitchFamily="34" charset="0"/>
                    <a:ea typeface="Times New Roman" pitchFamily="18" charset="0"/>
                    <a:cs typeface="Arial" pitchFamily="34" charset="0"/>
                  </a:rPr>
                  <a:t>Scope</a:t>
                </a:r>
              </a:p>
              <a:p>
                <a:pPr algn="ctr" eaLnBrk="0" fontAlgn="base" hangingPunct="0">
                  <a:spcBef>
                    <a:spcPct val="0"/>
                  </a:spcBef>
                  <a:spcAft>
                    <a:spcPct val="0"/>
                  </a:spcAft>
                </a:pPr>
                <a:r>
                  <a:rPr lang="en-US" sz="900" b="1">
                    <a:latin typeface="Arial Narrow" pitchFamily="34" charset="0"/>
                    <a:ea typeface="Times New Roman" pitchFamily="18" charset="0"/>
                    <a:cs typeface="Arial" pitchFamily="34" charset="0"/>
                  </a:rPr>
                  <a:t>Management</a:t>
                </a:r>
              </a:p>
            </p:txBody>
          </p:sp>
        </p:grpSp>
        <p:sp>
          <p:nvSpPr>
            <p:cNvPr id="1044" name="AutoShape 20"/>
            <p:cNvSpPr>
              <a:spLocks noChangeArrowheads="1"/>
            </p:cNvSpPr>
            <p:nvPr/>
          </p:nvSpPr>
          <p:spPr bwMode="auto">
            <a:xfrm>
              <a:off x="2133600" y="2175510"/>
              <a:ext cx="475429" cy="2377440"/>
            </a:xfrm>
            <a:prstGeom prst="rightArrow">
              <a:avLst>
                <a:gd name="adj1" fmla="val 49296"/>
                <a:gd name="adj2" fmla="val 40204"/>
              </a:avLst>
            </a:prstGeom>
            <a:solidFill>
              <a:srgbClr val="FFC000"/>
            </a:solidFill>
            <a:ln w="9525">
              <a:solidFill>
                <a:srgbClr val="000000"/>
              </a:solidFill>
              <a:miter lim="800000"/>
              <a:headEnd/>
              <a:tailEnd/>
            </a:ln>
          </p:spPr>
          <p:txBody>
            <a:bodyPr vert="vert" wrap="square" lIns="0" tIns="0" rIns="0" bIns="0" numCol="1" anchor="ctr" anchorCtr="0" compatLnSpc="1">
              <a:prstTxWarp prst="textNoShape">
                <a:avLst/>
              </a:prstTxWarp>
            </a:bodyPr>
            <a:lstStyle/>
            <a:p>
              <a:pPr algn="ctr" fontAlgn="base">
                <a:spcBef>
                  <a:spcPct val="0"/>
                </a:spcBef>
                <a:spcAft>
                  <a:spcPct val="0"/>
                </a:spcAft>
              </a:pPr>
              <a:r>
                <a:rPr lang="en-US" sz="900" b="1">
                  <a:latin typeface="Arial" pitchFamily="34" charset="0"/>
                  <a:ea typeface="Times New Roman" pitchFamily="18" charset="0"/>
                  <a:cs typeface="Arial" pitchFamily="34" charset="0"/>
                </a:rPr>
                <a:t>Strategic and Stakeholders’ Needs</a:t>
              </a:r>
            </a:p>
          </p:txBody>
        </p:sp>
        <p:sp>
          <p:nvSpPr>
            <p:cNvPr id="1043" name="Rectangle 19"/>
            <p:cNvSpPr>
              <a:spLocks noChangeArrowheads="1"/>
            </p:cNvSpPr>
            <p:nvPr/>
          </p:nvSpPr>
          <p:spPr bwMode="auto">
            <a:xfrm>
              <a:off x="2664056" y="2175510"/>
              <a:ext cx="237715" cy="2377440"/>
            </a:xfrm>
            <a:prstGeom prst="rect">
              <a:avLst/>
            </a:prstGeom>
            <a:solidFill>
              <a:srgbClr val="FFFF00"/>
            </a:solidFill>
            <a:ln w="9525">
              <a:solidFill>
                <a:srgbClr val="000000"/>
              </a:solidFill>
              <a:miter lim="800000"/>
              <a:headEnd/>
              <a:tailEnd/>
            </a:ln>
          </p:spPr>
          <p:txBody>
            <a:bodyPr vert="vert" wrap="squar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Arial" pitchFamily="34" charset="0"/>
                  <a:ea typeface="Times New Roman" pitchFamily="18" charset="0"/>
                  <a:cs typeface="Arial" pitchFamily="34" charset="0"/>
                </a:rPr>
                <a:t>Knowledge Areas</a:t>
              </a:r>
              <a:endParaRPr kumimoji="0" lang="en-US" sz="1800" b="1" i="0" u="none" strike="noStrike" cap="none" normalizeH="0" baseline="0" dirty="0">
                <a:ln>
                  <a:noFill/>
                </a:ln>
                <a:solidFill>
                  <a:schemeClr val="tx1"/>
                </a:solidFill>
                <a:effectLst/>
                <a:latin typeface="Arial" pitchFamily="34" charset="0"/>
                <a:cs typeface="Arial" pitchFamily="34" charset="0"/>
              </a:endParaRPr>
            </a:p>
          </p:txBody>
        </p:sp>
        <p:sp>
          <p:nvSpPr>
            <p:cNvPr id="1042" name="AutoShape 18"/>
            <p:cNvSpPr>
              <a:spLocks noChangeShapeType="1"/>
            </p:cNvSpPr>
            <p:nvPr/>
          </p:nvSpPr>
          <p:spPr bwMode="auto">
            <a:xfrm rot="16200000" flipH="1">
              <a:off x="4160213" y="2970755"/>
              <a:ext cx="233341" cy="220656"/>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41" name="AutoShape 17"/>
            <p:cNvSpPr>
              <a:spLocks noChangeShapeType="1"/>
            </p:cNvSpPr>
            <p:nvPr/>
          </p:nvSpPr>
          <p:spPr bwMode="auto">
            <a:xfrm rot="16200000" flipH="1">
              <a:off x="4933886" y="2970755"/>
              <a:ext cx="233341" cy="221207"/>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40" name="AutoShape 16"/>
            <p:cNvSpPr>
              <a:spLocks noChangeShapeType="1"/>
            </p:cNvSpPr>
            <p:nvPr/>
          </p:nvSpPr>
          <p:spPr bwMode="auto">
            <a:xfrm rot="16200000">
              <a:off x="3381587" y="3526042"/>
              <a:ext cx="242697" cy="220656"/>
            </a:xfrm>
            <a:prstGeom prst="curvedConnector3">
              <a:avLst>
                <a:gd name="adj1" fmla="val 49889"/>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39" name="AutoShape 15"/>
            <p:cNvSpPr>
              <a:spLocks noChangeShapeType="1"/>
            </p:cNvSpPr>
            <p:nvPr/>
          </p:nvSpPr>
          <p:spPr bwMode="auto">
            <a:xfrm rot="16200000">
              <a:off x="4151958" y="3529344"/>
              <a:ext cx="249301" cy="220656"/>
            </a:xfrm>
            <a:prstGeom prst="curvedConnector3">
              <a:avLst>
                <a:gd name="adj1" fmla="val 49889"/>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38" name="AutoShape 14"/>
            <p:cNvSpPr>
              <a:spLocks noChangeShapeType="1"/>
            </p:cNvSpPr>
            <p:nvPr/>
          </p:nvSpPr>
          <p:spPr bwMode="auto">
            <a:xfrm rot="16200000">
              <a:off x="4925631" y="3529344"/>
              <a:ext cx="249301" cy="221207"/>
            </a:xfrm>
            <a:prstGeom prst="curvedConnector3">
              <a:avLst>
                <a:gd name="adj1" fmla="val 49889"/>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grpSp>
          <p:nvGrpSpPr>
            <p:cNvPr id="1033" name="Group 9"/>
            <p:cNvGrpSpPr>
              <a:grpSpLocks/>
            </p:cNvGrpSpPr>
            <p:nvPr/>
          </p:nvGrpSpPr>
          <p:grpSpPr bwMode="auto">
            <a:xfrm>
              <a:off x="3434978" y="3198029"/>
              <a:ext cx="2678692" cy="316992"/>
              <a:chOff x="4251" y="8728"/>
              <a:chExt cx="4868" cy="576"/>
            </a:xfrm>
          </p:grpSpPr>
          <p:sp>
            <p:nvSpPr>
              <p:cNvPr id="1037" name="Rectangle 13"/>
              <p:cNvSpPr>
                <a:spLocks noChangeArrowheads="1"/>
              </p:cNvSpPr>
              <p:nvPr/>
            </p:nvSpPr>
            <p:spPr bwMode="auto">
              <a:xfrm>
                <a:off x="5657" y="8728"/>
                <a:ext cx="648" cy="576"/>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endParaRPr lang="en-US" b="1"/>
              </a:p>
            </p:txBody>
          </p:sp>
          <p:sp>
            <p:nvSpPr>
              <p:cNvPr id="1036" name="Rectangle 12"/>
              <p:cNvSpPr>
                <a:spLocks noChangeArrowheads="1"/>
              </p:cNvSpPr>
              <p:nvPr/>
            </p:nvSpPr>
            <p:spPr bwMode="auto">
              <a:xfrm>
                <a:off x="8471" y="8728"/>
                <a:ext cx="648" cy="576"/>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endParaRPr lang="en-US" b="1"/>
              </a:p>
            </p:txBody>
          </p:sp>
          <p:sp>
            <p:nvSpPr>
              <p:cNvPr id="1035" name="Rectangle 11"/>
              <p:cNvSpPr>
                <a:spLocks noChangeArrowheads="1"/>
              </p:cNvSpPr>
              <p:nvPr/>
            </p:nvSpPr>
            <p:spPr bwMode="auto">
              <a:xfrm>
                <a:off x="4251" y="8728"/>
                <a:ext cx="648" cy="576"/>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endParaRPr lang="en-US" b="1"/>
              </a:p>
            </p:txBody>
          </p:sp>
          <p:sp>
            <p:nvSpPr>
              <p:cNvPr id="1034" name="Rectangle 10"/>
              <p:cNvSpPr>
                <a:spLocks noChangeArrowheads="1"/>
              </p:cNvSpPr>
              <p:nvPr/>
            </p:nvSpPr>
            <p:spPr bwMode="auto">
              <a:xfrm>
                <a:off x="7064" y="8728"/>
                <a:ext cx="647" cy="576"/>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endParaRPr lang="en-US" b="1"/>
              </a:p>
            </p:txBody>
          </p:sp>
        </p:grpSp>
        <p:sp>
          <p:nvSpPr>
            <p:cNvPr id="1032" name="AutoShape 8"/>
            <p:cNvSpPr>
              <a:spLocks noChangeShapeType="1"/>
            </p:cNvSpPr>
            <p:nvPr/>
          </p:nvSpPr>
          <p:spPr bwMode="auto">
            <a:xfrm rot="16200000" flipH="1">
              <a:off x="3386540" y="2970755"/>
              <a:ext cx="233341" cy="220656"/>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31" name="AutoShape 7"/>
            <p:cNvSpPr>
              <a:spLocks noChangeShapeType="1"/>
            </p:cNvSpPr>
            <p:nvPr/>
          </p:nvSpPr>
          <p:spPr bwMode="auto">
            <a:xfrm rot="16200000" flipH="1">
              <a:off x="5708109" y="2970755"/>
              <a:ext cx="233341" cy="221207"/>
            </a:xfrm>
            <a:prstGeom prst="curvedConnector3">
              <a:avLst>
                <a:gd name="adj1" fmla="val 50000"/>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30" name="AutoShape 6"/>
            <p:cNvSpPr>
              <a:spLocks noChangeShapeType="1"/>
            </p:cNvSpPr>
            <p:nvPr/>
          </p:nvSpPr>
          <p:spPr bwMode="auto">
            <a:xfrm rot="16200000">
              <a:off x="5703156" y="3526042"/>
              <a:ext cx="242697" cy="221207"/>
            </a:xfrm>
            <a:prstGeom prst="curvedConnector3">
              <a:avLst>
                <a:gd name="adj1" fmla="val 49889"/>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p>
          </p:txBody>
        </p:sp>
        <p:sp>
          <p:nvSpPr>
            <p:cNvPr id="1029" name="AutoShape 5"/>
            <p:cNvSpPr>
              <a:spLocks noChangeArrowheads="1"/>
            </p:cNvSpPr>
            <p:nvPr/>
          </p:nvSpPr>
          <p:spPr bwMode="auto">
            <a:xfrm rot="5400000">
              <a:off x="5367363" y="3043914"/>
              <a:ext cx="2377440" cy="640080"/>
            </a:xfrm>
            <a:prstGeom prst="triangle">
              <a:avLst>
                <a:gd name="adj" fmla="val 50000"/>
              </a:avLst>
            </a:prstGeom>
            <a:solidFill>
              <a:srgbClr val="FF0000"/>
            </a:solidFill>
            <a:ln w="9525">
              <a:solidFill>
                <a:srgbClr val="000000"/>
              </a:solidFill>
              <a:miter lim="800000"/>
              <a:headEnd/>
              <a:tailEnd/>
            </a:ln>
          </p:spPr>
          <p:txBody>
            <a:bodyPr vert="horz" wrap="none" lIns="0" tIns="0" rIns="0" bIns="18288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pitchFamily="34" charset="0"/>
                  <a:ea typeface="Times New Roman" pitchFamily="18" charset="0"/>
                  <a:cs typeface="Arial" pitchFamily="34" charset="0"/>
                </a:rPr>
                <a:t>Project </a:t>
              </a:r>
              <a:endParaRPr kumimoji="0" lang="en-US" sz="900" b="1" i="0" u="none" strike="noStrike" cap="none" normalizeH="0" baseline="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Arial" pitchFamily="34" charset="0"/>
                  <a:ea typeface="Times New Roman" pitchFamily="18" charset="0"/>
                  <a:cs typeface="Arial" pitchFamily="34" charset="0"/>
                </a:rPr>
                <a:t>Success</a:t>
              </a:r>
              <a:endParaRPr kumimoji="0" lang="en-US" b="1" i="0" u="none" strike="noStrike" cap="none" normalizeH="0" baseline="0">
                <a:ln>
                  <a:noFill/>
                </a:ln>
                <a:solidFill>
                  <a:schemeClr val="tx1"/>
                </a:solidFill>
                <a:effectLst/>
                <a:latin typeface="Arial" pitchFamily="34" charset="0"/>
                <a:cs typeface="Arial" pitchFamily="34" charset="0"/>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normAutofit/>
          </a:bodyPr>
          <a:lstStyle/>
          <a:p>
            <a:r>
              <a:rPr lang="en-US" dirty="0"/>
              <a:t>Precedence Diagramming Method</a:t>
            </a:r>
            <a:endParaRPr lang="en-US" b="0" dirty="0"/>
          </a:p>
        </p:txBody>
      </p:sp>
      <p:sp>
        <p:nvSpPr>
          <p:cNvPr id="10" name="Slide Number Placeholder 9"/>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2</a:t>
            </a:fld>
            <a:endParaRPr lang="en-US"/>
          </a:p>
        </p:txBody>
      </p:sp>
      <p:sp>
        <p:nvSpPr>
          <p:cNvPr id="12" name="Footer Placeholder 2"/>
          <p:cNvSpPr>
            <a:spLocks noGrp="1"/>
          </p:cNvSpPr>
          <p:nvPr>
            <p:ph type="ftr" sz="quarter" idx="11"/>
          </p:nvPr>
        </p:nvSpPr>
        <p:spPr>
          <a:xfrm>
            <a:off x="152400" y="4792860"/>
            <a:ext cx="7467600" cy="274320"/>
          </a:xfrm>
        </p:spPr>
        <p:txBody>
          <a:bodyPr/>
          <a:lstStyle>
            <a:lvl1pPr>
              <a:defRPr sz="1200"/>
            </a:lvl1pPr>
          </a:lstStyle>
          <a:p>
            <a:r>
              <a:rPr lang="en-US" dirty="0"/>
              <a:t>Source: PMBOK Guide 5th Edition  (Page 156)</a:t>
            </a:r>
          </a:p>
        </p:txBody>
      </p:sp>
      <p:sp>
        <p:nvSpPr>
          <p:cNvPr id="9" name="Rectangle 5"/>
          <p:cNvSpPr>
            <a:spLocks noGrp="1"/>
          </p:cNvSpPr>
          <p:nvPr>
            <p:ph sz="half" idx="1"/>
          </p:nvPr>
        </p:nvSpPr>
        <p:spPr>
          <a:xfrm>
            <a:off x="365760" y="1280160"/>
            <a:ext cx="3931920" cy="3291840"/>
          </a:xfrm>
        </p:spPr>
        <p:txBody>
          <a:bodyPr vert="horz">
            <a:noAutofit/>
          </a:bodyPr>
          <a:lstStyle/>
          <a:p>
            <a:pPr marL="280988" indent="-280988">
              <a:buNone/>
            </a:pPr>
            <a:r>
              <a:rPr lang="en-US" sz="2000" b="1" dirty="0">
                <a:solidFill>
                  <a:schemeClr val="accent3">
                    <a:shade val="75000"/>
                  </a:schemeClr>
                </a:solidFill>
              </a:rPr>
              <a:t>PDM</a:t>
            </a:r>
          </a:p>
          <a:p>
            <a:pPr marL="280988" indent="-280988">
              <a:buFont typeface="Wingdings" pitchFamily="2" charset="2"/>
              <a:buChar char="q"/>
            </a:pPr>
            <a:r>
              <a:rPr lang="en-US" sz="1800" dirty="0"/>
              <a:t>The </a:t>
            </a:r>
            <a:r>
              <a:rPr lang="en-US" sz="1800" b="1" dirty="0"/>
              <a:t>precedence diagramming method </a:t>
            </a:r>
            <a:r>
              <a:rPr lang="en-US" sz="1800" dirty="0"/>
              <a:t>(PDM) is a technique used for constructing a schedule model in which activities are represented by nodes and are graphically linked by one or more logical relationships to show the sequence in which the activities are to be performed. </a:t>
            </a:r>
          </a:p>
        </p:txBody>
      </p:sp>
      <p:sp>
        <p:nvSpPr>
          <p:cNvPr id="11" name="Rectangle 5"/>
          <p:cNvSpPr>
            <a:spLocks noGrp="1"/>
          </p:cNvSpPr>
          <p:nvPr>
            <p:ph sz="half" idx="1"/>
          </p:nvPr>
        </p:nvSpPr>
        <p:spPr>
          <a:xfrm>
            <a:off x="4846320" y="1280160"/>
            <a:ext cx="3931920" cy="3352799"/>
          </a:xfrm>
        </p:spPr>
        <p:txBody>
          <a:bodyPr vert="horz">
            <a:noAutofit/>
          </a:bodyPr>
          <a:lstStyle/>
          <a:p>
            <a:pPr algn="just"/>
            <a:r>
              <a:rPr lang="en-US" sz="1800" b="1" dirty="0"/>
              <a:t>Activity-on-node</a:t>
            </a:r>
            <a:r>
              <a:rPr lang="en-US" sz="1800" dirty="0"/>
              <a:t> (AON) is one method of representing a precedence diagram,  commonly used by software packages. It is used in network diagram for construction-oriented projects, and they use deterministic approach.</a:t>
            </a:r>
          </a:p>
          <a:p>
            <a:pPr algn="just"/>
            <a:r>
              <a:rPr lang="en-US" sz="1800" b="1" dirty="0"/>
              <a:t>Activity-on-Arrow</a:t>
            </a:r>
            <a:r>
              <a:rPr lang="en-US" sz="1800" dirty="0"/>
              <a:t> (AOA):is used in network diagram for R&amp;D projects and they use probabilistic approach.</a:t>
            </a:r>
          </a:p>
          <a:p>
            <a:endParaRPr lang="en-US"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a:xfrm>
            <a:off x="304800" y="209550"/>
            <a:ext cx="8534400" cy="381000"/>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3100" dirty="0" smtClean="0"/>
              <a:t>Network Diagram: Techniques</a:t>
            </a:r>
            <a:endParaRPr lang="en-US" sz="3100" b="0" dirty="0"/>
          </a:p>
        </p:txBody>
      </p:sp>
      <p:sp>
        <p:nvSpPr>
          <p:cNvPr id="12" name="Footer Placeholder 2"/>
          <p:cNvSpPr>
            <a:spLocks noGrp="1"/>
          </p:cNvSpPr>
          <p:nvPr>
            <p:ph type="ftr" sz="quarter" idx="11"/>
          </p:nvPr>
        </p:nvSpPr>
        <p:spPr>
          <a:xfrm>
            <a:off x="152400" y="4792860"/>
            <a:ext cx="7467600" cy="274320"/>
          </a:xfrm>
        </p:spPr>
        <p:txBody>
          <a:bodyPr/>
          <a:lstStyle>
            <a:lvl1pPr>
              <a:defRPr sz="1200"/>
            </a:lvl1pPr>
          </a:lstStyle>
          <a:p>
            <a:r>
              <a:rPr lang="en-US" dirty="0"/>
              <a:t>Source: PMBOK Guide 5th Edition  (Page 156)</a:t>
            </a:r>
          </a:p>
        </p:txBody>
      </p:sp>
      <p:sp>
        <p:nvSpPr>
          <p:cNvPr id="9" name="Rectangle 5"/>
          <p:cNvSpPr>
            <a:spLocks noGrp="1"/>
          </p:cNvSpPr>
          <p:nvPr>
            <p:ph sz="half" idx="1"/>
          </p:nvPr>
        </p:nvSpPr>
        <p:spPr>
          <a:xfrm>
            <a:off x="365760" y="1280160"/>
            <a:ext cx="3931920" cy="3291840"/>
          </a:xfrm>
        </p:spPr>
        <p:txBody>
          <a:bodyPr vert="horz">
            <a:noAutofit/>
          </a:bodyPr>
          <a:lstStyle/>
          <a:p>
            <a:pPr marL="280988" indent="-280988" algn="ctr">
              <a:buNone/>
            </a:pPr>
            <a:endParaRPr lang="en-US" sz="2000" b="1" dirty="0">
              <a:solidFill>
                <a:schemeClr val="accent3">
                  <a:shade val="75000"/>
                </a:schemeClr>
              </a:solidFill>
            </a:endParaRPr>
          </a:p>
          <a:p>
            <a:pPr marL="280988" indent="-280988">
              <a:buNone/>
            </a:pPr>
            <a:r>
              <a:rPr lang="en-US" sz="2000" b="1" dirty="0" smtClean="0"/>
              <a:t>1. CPM(Critical Path Method, used for construction projects, activities are represented on Node, follows Deterministic approach</a:t>
            </a:r>
            <a:endParaRPr lang="en-US" sz="1800" dirty="0"/>
          </a:p>
        </p:txBody>
      </p:sp>
      <p:sp>
        <p:nvSpPr>
          <p:cNvPr id="11" name="Rectangle 5"/>
          <p:cNvSpPr>
            <a:spLocks noGrp="1"/>
          </p:cNvSpPr>
          <p:nvPr>
            <p:ph sz="half" idx="1"/>
          </p:nvPr>
        </p:nvSpPr>
        <p:spPr>
          <a:xfrm>
            <a:off x="4495800" y="1280160"/>
            <a:ext cx="4495800" cy="3352799"/>
          </a:xfrm>
        </p:spPr>
        <p:txBody>
          <a:bodyPr vert="horz">
            <a:noAutofit/>
          </a:bodyPr>
          <a:lstStyle/>
          <a:p>
            <a:pPr algn="just"/>
            <a:r>
              <a:rPr lang="en-US" sz="1800" dirty="0" smtClean="0"/>
              <a:t>2. </a:t>
            </a:r>
            <a:r>
              <a:rPr lang="en-US" sz="1800" b="1" dirty="0"/>
              <a:t>. </a:t>
            </a:r>
            <a:r>
              <a:rPr lang="en-US" sz="1800" b="1" dirty="0" smtClean="0"/>
              <a:t>PERT(Performance Evaluation and Review Technique), </a:t>
            </a:r>
            <a:r>
              <a:rPr lang="en-US" sz="1800" b="1" dirty="0"/>
              <a:t>used for </a:t>
            </a:r>
            <a:r>
              <a:rPr lang="en-US" sz="1800" b="1" dirty="0" smtClean="0"/>
              <a:t>R&amp;D </a:t>
            </a:r>
            <a:r>
              <a:rPr lang="en-US" sz="1800" b="1" dirty="0"/>
              <a:t>projects, activities are represented on </a:t>
            </a:r>
            <a:r>
              <a:rPr lang="en-US" sz="1800" b="1" dirty="0" smtClean="0"/>
              <a:t>Arrows, </a:t>
            </a:r>
            <a:r>
              <a:rPr lang="en-US" sz="1800" b="1" dirty="0"/>
              <a:t>follows </a:t>
            </a:r>
            <a:r>
              <a:rPr lang="en-US" sz="1800" b="1" dirty="0" smtClean="0"/>
              <a:t>Probabilistic approach, means time/duration for each activity is calculated based on formula using Most likely </a:t>
            </a:r>
            <a:r>
              <a:rPr lang="en-US" sz="1800" b="1" dirty="0" smtClean="0"/>
              <a:t>time, b; </a:t>
            </a:r>
            <a:r>
              <a:rPr lang="en-US" sz="1800" b="1" dirty="0" smtClean="0"/>
              <a:t>Optimistic </a:t>
            </a:r>
            <a:r>
              <a:rPr lang="en-US" sz="1800" b="1" dirty="0" smtClean="0"/>
              <a:t>time, a; and </a:t>
            </a:r>
            <a:r>
              <a:rPr lang="en-US" sz="1800" b="1" dirty="0" smtClean="0"/>
              <a:t>Pessimistic </a:t>
            </a:r>
            <a:r>
              <a:rPr lang="en-US" sz="1800" b="1" dirty="0" smtClean="0"/>
              <a:t>time, c.</a:t>
            </a:r>
          </a:p>
          <a:p>
            <a:pPr algn="just"/>
            <a:r>
              <a:rPr lang="en-US" sz="1800" b="1" dirty="0" smtClean="0"/>
              <a:t>Activity duration, t= (a+4b+c)/6</a:t>
            </a:r>
            <a:endParaRPr lang="en-US" sz="1800" dirty="0"/>
          </a:p>
        </p:txBody>
      </p:sp>
    </p:spTree>
    <p:extLst>
      <p:ext uri="{BB962C8B-B14F-4D97-AF65-F5344CB8AC3E}">
        <p14:creationId xmlns:p14="http://schemas.microsoft.com/office/powerpoint/2010/main" val="3589466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chor="b">
            <a:normAutofit/>
          </a:bodyPr>
          <a:lstStyle/>
          <a:p>
            <a:r>
              <a:rPr lang="en-US" dirty="0"/>
              <a:t>Project Schedule Network Diagram</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4</a:t>
            </a:fld>
            <a:endParaRPr lang="en-US" sz="1400" b="1" dirty="0">
              <a:solidFill>
                <a:srgbClr val="FFFFFF"/>
              </a:solidFill>
            </a:endParaRPr>
          </a:p>
        </p:txBody>
      </p:sp>
      <p:sp>
        <p:nvSpPr>
          <p:cNvPr id="8" name="Footer Placeholder 2"/>
          <p:cNvSpPr>
            <a:spLocks noGrp="1"/>
          </p:cNvSpPr>
          <p:nvPr>
            <p:ph type="ftr" sz="quarter" idx="11"/>
          </p:nvPr>
        </p:nvSpPr>
        <p:spPr>
          <a:xfrm>
            <a:off x="152400" y="4792860"/>
            <a:ext cx="7467600" cy="274320"/>
          </a:xfrm>
        </p:spPr>
        <p:txBody>
          <a:bodyPr/>
          <a:lstStyle>
            <a:lvl1pPr>
              <a:defRPr sz="1200"/>
            </a:lvl1pPr>
          </a:lstStyle>
          <a:p>
            <a:r>
              <a:rPr lang="en-US" dirty="0"/>
              <a:t>Source: PMBOK Guide 5th Edition  (Page 160)</a:t>
            </a:r>
          </a:p>
        </p:txBody>
      </p:sp>
      <p:pic>
        <p:nvPicPr>
          <p:cNvPr id="4098" name="Picture 2"/>
          <p:cNvPicPr>
            <a:picLocks noChangeAspect="1" noChangeArrowheads="1"/>
          </p:cNvPicPr>
          <p:nvPr/>
        </p:nvPicPr>
        <p:blipFill>
          <a:blip r:embed="rId2" cstate="print"/>
          <a:srcRect/>
          <a:stretch>
            <a:fillRect/>
          </a:stretch>
        </p:blipFill>
        <p:spPr bwMode="auto">
          <a:xfrm>
            <a:off x="2005198" y="1276350"/>
            <a:ext cx="5133604" cy="32918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7" name="Picture 5" descr="Fig04-03"/>
          <p:cNvPicPr>
            <a:picLocks noChangeAspect="1" noChangeArrowheads="1"/>
          </p:cNvPicPr>
          <p:nvPr/>
        </p:nvPicPr>
        <p:blipFill>
          <a:blip r:embed="rId2" cstate="print"/>
          <a:stretch>
            <a:fillRect/>
          </a:stretch>
        </p:blipFill>
        <p:spPr bwMode="auto">
          <a:xfrm>
            <a:off x="1801707" y="1276350"/>
            <a:ext cx="5540586" cy="2743200"/>
          </a:xfrm>
          <a:prstGeom prst="rect">
            <a:avLst/>
          </a:prstGeom>
          <a:noFill/>
          <a:ln w="9525">
            <a:noFill/>
            <a:miter lim="800000"/>
            <a:headEnd/>
            <a:tailEnd/>
          </a:ln>
        </p:spPr>
      </p:pic>
      <p:sp>
        <p:nvSpPr>
          <p:cNvPr id="6" name="Rectangle 1"/>
          <p:cNvSpPr>
            <a:spLocks noGrp="1"/>
          </p:cNvSpPr>
          <p:nvPr>
            <p:ph type="title"/>
          </p:nvPr>
        </p:nvSpPr>
        <p:spPr>
          <a:xfrm>
            <a:off x="304800" y="133350"/>
            <a:ext cx="8534400" cy="569214"/>
          </a:xfrm>
        </p:spPr>
        <p:txBody>
          <a:bodyPr>
            <a:noAutofit/>
          </a:bodyPr>
          <a:lstStyle/>
          <a:p>
            <a:r>
              <a:rPr lang="en-US" sz="2200" dirty="0"/>
              <a:t>Activity-on-Arrow (AOA) Network Diagram for Project X</a:t>
            </a:r>
          </a:p>
        </p:txBody>
      </p:sp>
      <p:sp>
        <p:nvSpPr>
          <p:cNvPr id="8" name="Footer Placeholder 4"/>
          <p:cNvSpPr>
            <a:spLocks noGrp="1"/>
          </p:cNvSpPr>
          <p:nvPr>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anchor="b">
            <a:noAutofit/>
          </a:bodyPr>
          <a:lstStyle/>
          <a:p>
            <a:r>
              <a:rPr lang="en-US" sz="2400" dirty="0"/>
              <a:t>Network Diagram for Project X</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6</a:t>
            </a:fld>
            <a:endParaRPr lang="en-US" sz="1400" b="1" dirty="0">
              <a:solidFill>
                <a:srgbClr val="FFFFFF"/>
              </a:solidFill>
            </a:endParaRPr>
          </a:p>
        </p:txBody>
      </p:sp>
      <p:pic>
        <p:nvPicPr>
          <p:cNvPr id="6" name="Picture 4" descr="Fig04-05"/>
          <p:cNvPicPr>
            <a:picLocks noChangeAspect="1" noChangeArrowheads="1"/>
          </p:cNvPicPr>
          <p:nvPr/>
        </p:nvPicPr>
        <p:blipFill>
          <a:blip r:embed="rId2" cstate="print"/>
          <a:srcRect b="6203"/>
          <a:stretch>
            <a:fillRect/>
          </a:stretch>
        </p:blipFill>
        <p:spPr bwMode="auto">
          <a:xfrm>
            <a:off x="1503113" y="1276350"/>
            <a:ext cx="6137773" cy="3291840"/>
          </a:xfrm>
          <a:prstGeom prst="rect">
            <a:avLst/>
          </a:prstGeom>
          <a:noFill/>
          <a:ln w="9525">
            <a:noFill/>
            <a:miter lim="800000"/>
            <a:headEnd/>
            <a:tailEnd/>
          </a:ln>
        </p:spPr>
      </p:pic>
      <p:sp>
        <p:nvSpPr>
          <p:cNvPr id="10" name="Footer Placeholder 4"/>
          <p:cNvSpPr>
            <a:spLocks noGrp="1"/>
          </p:cNvSpPr>
          <p:nvPr>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Critical Path</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7</a:t>
            </a:fld>
            <a:endParaRPr lang="en-US" sz="1400" b="1">
              <a:solidFill>
                <a:srgbClr val="FFFFFF"/>
              </a:solidFill>
            </a:endParaRPr>
          </a:p>
        </p:txBody>
      </p:sp>
      <p:sp>
        <p:nvSpPr>
          <p:cNvPr id="7" name="Content Placeholder 6"/>
          <p:cNvSpPr>
            <a:spLocks noGrp="1"/>
          </p:cNvSpPr>
          <p:nvPr>
            <p:ph sz="half" idx="1"/>
          </p:nvPr>
        </p:nvSpPr>
        <p:spPr/>
        <p:txBody>
          <a:bodyPr>
            <a:noAutofit/>
          </a:bodyPr>
          <a:lstStyle/>
          <a:p>
            <a:pPr>
              <a:buFont typeface="Wingdings" pitchFamily="2" charset="2"/>
              <a:buChar char="q"/>
            </a:pPr>
            <a:r>
              <a:rPr lang="en-US" sz="2400" b="1" dirty="0"/>
              <a:t>Critical Path </a:t>
            </a:r>
          </a:p>
          <a:p>
            <a:pPr lvl="1">
              <a:buFont typeface="Wingdings" pitchFamily="2" charset="2"/>
              <a:buChar char="q"/>
            </a:pPr>
            <a:r>
              <a:rPr lang="en-US" sz="1800" dirty="0">
                <a:solidFill>
                  <a:schemeClr val="tx1"/>
                </a:solidFill>
              </a:rPr>
              <a:t>A </a:t>
            </a:r>
            <a:r>
              <a:rPr lang="en-US" sz="1800" b="1" dirty="0">
                <a:solidFill>
                  <a:schemeClr val="tx1"/>
                </a:solidFill>
              </a:rPr>
              <a:t>critical path </a:t>
            </a:r>
            <a:r>
              <a:rPr lang="en-US" sz="1800" dirty="0">
                <a:solidFill>
                  <a:schemeClr val="tx1"/>
                </a:solidFill>
              </a:rPr>
              <a:t>for a project is the series of activities that determine the </a:t>
            </a:r>
            <a:r>
              <a:rPr lang="en-US" sz="1800" i="1" dirty="0">
                <a:solidFill>
                  <a:schemeClr val="tx1"/>
                </a:solidFill>
              </a:rPr>
              <a:t>earliest </a:t>
            </a:r>
            <a:r>
              <a:rPr lang="en-US" sz="1800" dirty="0">
                <a:solidFill>
                  <a:schemeClr val="tx1"/>
                </a:solidFill>
              </a:rPr>
              <a:t>time by which the project can be completed.  </a:t>
            </a:r>
          </a:p>
          <a:p>
            <a:pPr lvl="1"/>
            <a:r>
              <a:rPr lang="en-US" sz="1800" dirty="0">
                <a:solidFill>
                  <a:schemeClr val="tx1"/>
                </a:solidFill>
              </a:rPr>
              <a:t>It is the </a:t>
            </a:r>
            <a:r>
              <a:rPr lang="en-US" sz="1800" i="1" dirty="0">
                <a:solidFill>
                  <a:schemeClr val="tx1"/>
                </a:solidFill>
              </a:rPr>
              <a:t>longest </a:t>
            </a:r>
            <a:r>
              <a:rPr lang="en-US" sz="1800" dirty="0">
                <a:solidFill>
                  <a:schemeClr val="tx1"/>
                </a:solidFill>
              </a:rPr>
              <a:t>path through the network diagram and has the ZERO slack or float.</a:t>
            </a:r>
          </a:p>
          <a:p>
            <a:endParaRPr lang="en-US" sz="2000" dirty="0"/>
          </a:p>
        </p:txBody>
      </p:sp>
      <p:sp>
        <p:nvSpPr>
          <p:cNvPr id="8" name="Content Placeholder 7"/>
          <p:cNvSpPr>
            <a:spLocks noGrp="1"/>
          </p:cNvSpPr>
          <p:nvPr>
            <p:ph sz="half" idx="2"/>
          </p:nvPr>
        </p:nvSpPr>
        <p:spPr/>
        <p:txBody>
          <a:bodyPr>
            <a:noAutofit/>
          </a:bodyPr>
          <a:lstStyle/>
          <a:p>
            <a:pPr>
              <a:buFont typeface="Wingdings" pitchFamily="2" charset="2"/>
              <a:buChar char="q"/>
            </a:pPr>
            <a:r>
              <a:rPr lang="en-US" sz="2400" b="1" dirty="0"/>
              <a:t>Slack or float </a:t>
            </a:r>
          </a:p>
          <a:p>
            <a:pPr lvl="1">
              <a:buFont typeface="Wingdings" pitchFamily="2" charset="2"/>
              <a:buChar char="q"/>
            </a:pPr>
            <a:r>
              <a:rPr lang="en-US" sz="1800" dirty="0">
                <a:solidFill>
                  <a:schemeClr val="tx1"/>
                </a:solidFill>
              </a:rPr>
              <a:t>A </a:t>
            </a:r>
            <a:r>
              <a:rPr lang="en-US" sz="1800" b="1" dirty="0">
                <a:solidFill>
                  <a:schemeClr val="tx1"/>
                </a:solidFill>
              </a:rPr>
              <a:t>slack or float </a:t>
            </a:r>
            <a:r>
              <a:rPr lang="en-US" sz="1800" dirty="0">
                <a:solidFill>
                  <a:schemeClr val="tx1"/>
                </a:solidFill>
              </a:rPr>
              <a:t>is the amount of time an activity may be delayed without delaying a succeeding activity or the project finish date.</a:t>
            </a:r>
          </a:p>
          <a:p>
            <a:pPr lvl="1"/>
            <a:r>
              <a:rPr lang="en-US" sz="1800" dirty="0">
                <a:solidFill>
                  <a:schemeClr val="tx1"/>
                </a:solidFill>
              </a:rPr>
              <a:t>The longest path or the path containing the critical tasks is what is driving the completion date for the project.</a:t>
            </a:r>
          </a:p>
          <a:p>
            <a:endParaRPr lang="en-US" sz="2000" dirty="0"/>
          </a:p>
        </p:txBody>
      </p:sp>
      <p:sp>
        <p:nvSpPr>
          <p:cNvPr id="9" name="Footer Placeholder 4"/>
          <p:cNvSpPr>
            <a:spLocks noGrp="1"/>
          </p:cNvSpPr>
          <p:nvPr>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Example of Critical Path Method</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8</a:t>
            </a:fld>
            <a:endParaRPr lang="en-US" sz="1400" b="1">
              <a:solidFill>
                <a:srgbClr val="FFFFFF"/>
              </a:solidFill>
            </a:endParaRPr>
          </a:p>
        </p:txBody>
      </p:sp>
      <p:sp>
        <p:nvSpPr>
          <p:cNvPr id="5" name="Footer Placeholder 4"/>
          <p:cNvSpPr>
            <a:spLocks noGrp="1"/>
          </p:cNvSpPr>
          <p:nvPr>
            <p:ph type="ftr" sz="quarter" idx="11"/>
          </p:nvPr>
        </p:nvSpPr>
        <p:spPr/>
        <p:txBody>
          <a:bodyPr/>
          <a:lstStyle/>
          <a:p>
            <a:r>
              <a:rPr lang="en-US" dirty="0"/>
              <a:t>Source: PMBOK Guide 5th Edition  (Page 177)</a:t>
            </a:r>
          </a:p>
        </p:txBody>
      </p:sp>
      <p:pic>
        <p:nvPicPr>
          <p:cNvPr id="5122" name="Picture 2"/>
          <p:cNvPicPr>
            <a:picLocks noChangeAspect="1" noChangeArrowheads="1"/>
          </p:cNvPicPr>
          <p:nvPr/>
        </p:nvPicPr>
        <p:blipFill>
          <a:blip r:embed="rId2" cstate="print"/>
          <a:srcRect/>
          <a:stretch>
            <a:fillRect/>
          </a:stretch>
        </p:blipFill>
        <p:spPr bwMode="auto">
          <a:xfrm>
            <a:off x="1993952" y="1276350"/>
            <a:ext cx="5156096" cy="329184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EA29531F-73D4-4168-935D-B71C1D2B193F}"/>
              </a:ext>
            </a:extLst>
          </p:cNvPr>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9</a:t>
            </a:fld>
            <a:endParaRPr lang="en-US" sz="1400" b="1">
              <a:solidFill>
                <a:srgbClr val="FFFFFF"/>
              </a:solidFill>
            </a:endParaRPr>
          </a:p>
        </p:txBody>
      </p:sp>
      <p:sp>
        <p:nvSpPr>
          <p:cNvPr id="4" name="Content Placeholder 3">
            <a:extLst>
              <a:ext uri="{FF2B5EF4-FFF2-40B4-BE49-F238E27FC236}">
                <a16:creationId xmlns:a16="http://schemas.microsoft.com/office/drawing/2014/main" xmlns="" id="{CA1EFADC-5F8F-400F-8C64-0F21F5BF5714}"/>
              </a:ext>
            </a:extLst>
          </p:cNvPr>
          <p:cNvSpPr>
            <a:spLocks noGrp="1"/>
          </p:cNvSpPr>
          <p:nvPr>
            <p:ph sz="quarter" idx="1"/>
          </p:nvPr>
        </p:nvSpPr>
        <p:spPr>
          <a:xfrm>
            <a:off x="301752" y="133350"/>
            <a:ext cx="8503920" cy="4440936"/>
          </a:xfrm>
        </p:spPr>
        <p:txBody>
          <a:bodyPr>
            <a:normAutofit lnSpcReduction="10000"/>
          </a:bodyPr>
          <a:lstStyle/>
          <a:p>
            <a:r>
              <a:rPr lang="en-US" b="1" dirty="0"/>
              <a:t>Slack= Late start- early start</a:t>
            </a:r>
          </a:p>
          <a:p>
            <a:r>
              <a:rPr lang="en-US" b="1" dirty="0"/>
              <a:t>Early finish= Early start+ duration, </a:t>
            </a:r>
            <a:r>
              <a:rPr lang="en-US" dirty="0"/>
              <a:t>for B, 5+5=10</a:t>
            </a:r>
          </a:p>
          <a:p>
            <a:r>
              <a:rPr lang="en-US" b="1" dirty="0"/>
              <a:t>Late start= Late finish- Duration,</a:t>
            </a:r>
            <a:r>
              <a:rPr lang="en-US" dirty="0"/>
              <a:t> for B, 15-5=10</a:t>
            </a:r>
          </a:p>
          <a:p>
            <a:r>
              <a:rPr lang="en-US" dirty="0"/>
              <a:t>For activity A, Slack= 0-0=0</a:t>
            </a:r>
          </a:p>
          <a:p>
            <a:r>
              <a:rPr lang="en-US" dirty="0"/>
              <a:t>For activity B, Slack= 10-5=5</a:t>
            </a:r>
          </a:p>
          <a:p>
            <a:r>
              <a:rPr lang="en-US" dirty="0"/>
              <a:t>It means, activity A has no option to make delay as slack is 0, if it is delayed project completion time will also be delayed.</a:t>
            </a:r>
          </a:p>
          <a:p>
            <a:r>
              <a:rPr lang="en-US" dirty="0"/>
              <a:t>But Activity B can be delayed by 5 days as slack is 5 and it will have no impact on project completion time.</a:t>
            </a:r>
          </a:p>
          <a:p>
            <a:r>
              <a:rPr lang="en-US" dirty="0"/>
              <a:t>So, Activity A is critical and activity B is non-critical.</a:t>
            </a:r>
          </a:p>
          <a:p>
            <a:endParaRPr lang="en-US" dirty="0"/>
          </a:p>
        </p:txBody>
      </p:sp>
      <p:sp>
        <p:nvSpPr>
          <p:cNvPr id="5" name="Footer Placeholder 4">
            <a:extLst>
              <a:ext uri="{FF2B5EF4-FFF2-40B4-BE49-F238E27FC236}">
                <a16:creationId xmlns:a16="http://schemas.microsoft.com/office/drawing/2014/main" xmlns="" id="{8132ED97-FA14-4D17-A53D-36F90D542673}"/>
              </a:ext>
            </a:extLst>
          </p:cNvPr>
          <p:cNvSpPr>
            <a:spLocks noGrp="1"/>
          </p:cNvSpPr>
          <p:nvPr>
            <p:ph type="ftr" sz="quarter" idx="11"/>
          </p:nvPr>
        </p:nvSpPr>
        <p:spPr/>
        <p:txBody>
          <a:bodyPr/>
          <a:lstStyle/>
          <a:p>
            <a:r>
              <a:rPr lang="en-US"/>
              <a:t>Source: PMBOK Guide 5th Edition  (Page 141)</a:t>
            </a:r>
            <a:endParaRPr lang="en-US" dirty="0"/>
          </a:p>
        </p:txBody>
      </p:sp>
    </p:spTree>
    <p:extLst>
      <p:ext uri="{BB962C8B-B14F-4D97-AF65-F5344CB8AC3E}">
        <p14:creationId xmlns:p14="http://schemas.microsoft.com/office/powerpoint/2010/main" val="337347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EA29531F-73D4-4168-935D-B71C1D2B193F}"/>
              </a:ext>
            </a:extLst>
          </p:cNvPr>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10</a:t>
            </a:fld>
            <a:endParaRPr lang="en-US" sz="1400" b="1">
              <a:solidFill>
                <a:srgbClr val="FFFFFF"/>
              </a:solidFill>
            </a:endParaRPr>
          </a:p>
        </p:txBody>
      </p:sp>
      <p:sp>
        <p:nvSpPr>
          <p:cNvPr id="4" name="Content Placeholder 3">
            <a:extLst>
              <a:ext uri="{FF2B5EF4-FFF2-40B4-BE49-F238E27FC236}">
                <a16:creationId xmlns:a16="http://schemas.microsoft.com/office/drawing/2014/main" xmlns="" id="{CA1EFADC-5F8F-400F-8C64-0F21F5BF5714}"/>
              </a:ext>
            </a:extLst>
          </p:cNvPr>
          <p:cNvSpPr>
            <a:spLocks noGrp="1"/>
          </p:cNvSpPr>
          <p:nvPr>
            <p:ph sz="quarter" idx="1"/>
          </p:nvPr>
        </p:nvSpPr>
        <p:spPr>
          <a:xfrm>
            <a:off x="338328" y="285750"/>
            <a:ext cx="8503920" cy="4440936"/>
          </a:xfrm>
        </p:spPr>
        <p:txBody>
          <a:bodyPr>
            <a:normAutofit lnSpcReduction="10000"/>
          </a:bodyPr>
          <a:lstStyle/>
          <a:p>
            <a:r>
              <a:rPr lang="en-US" dirty="0"/>
              <a:t>Path-1: A-B-D, Duration of this path= 5+5+15=25 days</a:t>
            </a:r>
          </a:p>
          <a:p>
            <a:r>
              <a:rPr lang="en-US" dirty="0"/>
              <a:t>Path-2: A-C-D, Duration of this path= 5+10+15=30 Days</a:t>
            </a:r>
          </a:p>
          <a:p>
            <a:r>
              <a:rPr lang="en-US" dirty="0"/>
              <a:t>Since, </a:t>
            </a:r>
            <a:r>
              <a:rPr lang="en-US" b="1" dirty="0"/>
              <a:t>all the activities in Path-2 are critical, so Path-2 is Critical Path</a:t>
            </a:r>
            <a:r>
              <a:rPr lang="en-US" dirty="0"/>
              <a:t>.</a:t>
            </a:r>
          </a:p>
          <a:p>
            <a:r>
              <a:rPr lang="en-US" dirty="0"/>
              <a:t>But, in Path-1, </a:t>
            </a:r>
            <a:r>
              <a:rPr lang="en-US" b="1" dirty="0"/>
              <a:t>Activity B is non-critical so Path-1 is Non-Critical path.</a:t>
            </a:r>
          </a:p>
          <a:p>
            <a:r>
              <a:rPr lang="en-US" b="1" dirty="0"/>
              <a:t>A-C-D is the longest path and it is the critical path, </a:t>
            </a:r>
            <a:r>
              <a:rPr lang="en-US" dirty="0"/>
              <a:t>although this path is the longest but as it </a:t>
            </a:r>
            <a:r>
              <a:rPr lang="en-US" b="1" dirty="0"/>
              <a:t>has no non-critical activities,</a:t>
            </a:r>
            <a:r>
              <a:rPr lang="en-US" dirty="0"/>
              <a:t> this path should be followed to complete the project.</a:t>
            </a:r>
          </a:p>
          <a:p>
            <a:r>
              <a:rPr lang="en-US" b="1" dirty="0"/>
              <a:t>Completion time of this project is 30 Days.</a:t>
            </a:r>
          </a:p>
        </p:txBody>
      </p:sp>
      <p:sp>
        <p:nvSpPr>
          <p:cNvPr id="5" name="Footer Placeholder 4">
            <a:extLst>
              <a:ext uri="{FF2B5EF4-FFF2-40B4-BE49-F238E27FC236}">
                <a16:creationId xmlns:a16="http://schemas.microsoft.com/office/drawing/2014/main" xmlns="" id="{8132ED97-FA14-4D17-A53D-36F90D542673}"/>
              </a:ext>
            </a:extLst>
          </p:cNvPr>
          <p:cNvSpPr>
            <a:spLocks noGrp="1"/>
          </p:cNvSpPr>
          <p:nvPr>
            <p:ph type="ftr" sz="quarter" idx="11"/>
          </p:nvPr>
        </p:nvSpPr>
        <p:spPr/>
        <p:txBody>
          <a:bodyPr/>
          <a:lstStyle/>
          <a:p>
            <a:r>
              <a:rPr lang="en-US"/>
              <a:t>Source: PMBOK Guide 5th Edition  (Page 141)</a:t>
            </a:r>
            <a:endParaRPr lang="en-US" dirty="0"/>
          </a:p>
        </p:txBody>
      </p:sp>
    </p:spTree>
    <p:extLst>
      <p:ext uri="{BB962C8B-B14F-4D97-AF65-F5344CB8AC3E}">
        <p14:creationId xmlns:p14="http://schemas.microsoft.com/office/powerpoint/2010/main" val="267601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Critical Path Calculation for Project X</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11</a:t>
            </a:fld>
            <a:endParaRPr lang="en-US" sz="1400" b="1">
              <a:solidFill>
                <a:srgbClr val="FFFFFF"/>
              </a:solidFill>
            </a:endParaRPr>
          </a:p>
        </p:txBody>
      </p:sp>
      <p:pic>
        <p:nvPicPr>
          <p:cNvPr id="6" name="Picture 5" descr="Fig04-07"/>
          <p:cNvPicPr>
            <a:picLocks noChangeAspect="1" noChangeArrowheads="1"/>
          </p:cNvPicPr>
          <p:nvPr/>
        </p:nvPicPr>
        <p:blipFill>
          <a:blip r:embed="rId2" cstate="print"/>
          <a:srcRect b="7227"/>
          <a:stretch>
            <a:fillRect/>
          </a:stretch>
        </p:blipFill>
        <p:spPr bwMode="auto">
          <a:xfrm>
            <a:off x="1735148" y="1276350"/>
            <a:ext cx="5673704" cy="3291840"/>
          </a:xfrm>
          <a:prstGeom prst="rect">
            <a:avLst/>
          </a:prstGeom>
          <a:noFill/>
          <a:ln w="9525">
            <a:noFill/>
            <a:miter lim="800000"/>
            <a:headEnd/>
            <a:tailEnd/>
          </a:ln>
        </p:spPr>
      </p:pic>
      <p:sp>
        <p:nvSpPr>
          <p:cNvPr id="7" name="Footer Placeholder 4"/>
          <p:cNvSpPr>
            <a:spLocks noGrp="1"/>
          </p:cNvSpPr>
          <p:nvPr>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sz="1800" dirty="0"/>
              <a:t>Sample Schedule Performance Measurement </a:t>
            </a:r>
            <a:br>
              <a:rPr lang="en-US" sz="1800" dirty="0"/>
            </a:br>
            <a:r>
              <a:rPr lang="en-US" sz="1800" dirty="0"/>
              <a:t>Using a Tracking Gantt Chart</a:t>
            </a:r>
          </a:p>
        </p:txBody>
      </p:sp>
      <p:sp>
        <p:nvSpPr>
          <p:cNvPr id="3" name="Slide Number Placeholder 2"/>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12</a:t>
            </a:fld>
            <a:endParaRPr lang="en-US" sz="1400" b="1">
              <a:solidFill>
                <a:srgbClr val="FFFFFF"/>
              </a:solidFill>
            </a:endParaRPr>
          </a:p>
        </p:txBody>
      </p:sp>
      <p:pic>
        <p:nvPicPr>
          <p:cNvPr id="8" name="Picture 6" descr="Fig07-06.bmp"/>
          <p:cNvPicPr>
            <a:picLocks noChangeAspect="1"/>
          </p:cNvPicPr>
          <p:nvPr/>
        </p:nvPicPr>
        <p:blipFill>
          <a:blip r:embed="rId2" cstate="print"/>
          <a:srcRect l="3453" t="4169" r="4189" b="16628"/>
          <a:stretch>
            <a:fillRect/>
          </a:stretch>
        </p:blipFill>
        <p:spPr bwMode="auto">
          <a:xfrm>
            <a:off x="457200" y="1276350"/>
            <a:ext cx="8229600" cy="2698363"/>
          </a:xfrm>
          <a:prstGeom prst="rect">
            <a:avLst/>
          </a:prstGeom>
          <a:noFill/>
          <a:ln w="9525">
            <a:noFill/>
            <a:miter lim="800000"/>
            <a:headEnd/>
            <a:tailEnd/>
          </a:ln>
        </p:spPr>
      </p:pic>
      <p:sp>
        <p:nvSpPr>
          <p:cNvPr id="9" name="Footer Placeholder 4"/>
          <p:cNvSpPr>
            <a:spLocks noGrp="1"/>
          </p:cNvSpPr>
          <p:nvPr>
            <p:ph type="ftr" sz="quarter" idx="11"/>
          </p:nvPr>
        </p:nvSpPr>
        <p:spPr>
          <a:xfrm>
            <a:off x="152400" y="4792860"/>
            <a:ext cx="7467600" cy="274320"/>
          </a:xfrm>
        </p:spPr>
        <p:txBody>
          <a:bodyPr/>
          <a:lstStyle/>
          <a:p>
            <a:r>
              <a:rPr lang="en-US" dirty="0"/>
              <a:t>Source: Introduction to Project Management, 2</a:t>
            </a:r>
            <a:r>
              <a:rPr lang="en-US" baseline="30000" dirty="0"/>
              <a:t>nd</a:t>
            </a:r>
            <a:r>
              <a:rPr lang="en-US" dirty="0"/>
              <a:t> edition, Kathy Schwalbe</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687</Words>
  <Application>Microsoft Office PowerPoint</Application>
  <PresentationFormat>On-screen Show (16:9)</PresentationFormat>
  <Paragraphs>85</Paragraphs>
  <Slides>12</Slides>
  <Notes>3</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Project Time Management</vt:lpstr>
      <vt:lpstr>Precedence Diagramming Method</vt:lpstr>
      <vt:lpstr>    Network Diagram: Techniques</vt:lpstr>
      <vt:lpstr>Project Schedule Network Diagram</vt:lpstr>
      <vt:lpstr>Activity-on-Arrow (AOA) Network Diagram for Project X</vt:lpstr>
      <vt:lpstr>Network Diagram for Project X</vt:lpstr>
      <vt:lpstr>Critical Path</vt:lpstr>
      <vt:lpstr>Example of Critical Path Method</vt:lpstr>
      <vt:lpstr>PowerPoint Presentation</vt:lpstr>
      <vt:lpstr>PowerPoint Presentation</vt:lpstr>
      <vt:lpstr>Critical Path Calculation for Project X</vt:lpstr>
      <vt:lpstr>Sample Schedule Performance Measurement  Using a Tracking Gantt Chart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Time Management</dc:title>
  <dc:creator/>
  <cp:keywords>Project Management</cp:keywords>
  <cp:lastModifiedBy/>
  <cp:revision>1</cp:revision>
  <dcterms:created xsi:type="dcterms:W3CDTF">2013-11-11T04:34:42Z</dcterms:created>
  <dcterms:modified xsi:type="dcterms:W3CDTF">2021-11-22T07:09:27Z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